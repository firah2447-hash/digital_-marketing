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Cakerolli" charset="1" panose="00000000000000000000"/>
      <p:regular r:id="rId18"/>
    </p:embeddedFont>
    <p:embeddedFont>
      <p:font typeface="Cakerolli Bold" charset="1" panose="00000000000000000000"/>
      <p:regular r:id="rId19"/>
    </p:embeddedFont>
    <p:embeddedFont>
      <p:font typeface="Cakerolli Ultra-Bold" charset="1" panose="00000000000000000000"/>
      <p:regular r:id="rId20"/>
    </p:embeddedFont>
    <p:embeddedFont>
      <p:font typeface="Cakerolli Semi-Bold" charset="1" panose="00000000000000000000"/>
      <p:regular r:id="rId21"/>
    </p:embeddedFont>
    <p:embeddedFont>
      <p:font typeface="Cakerolli Medium" charset="1" panose="00000000000000000000"/>
      <p:regular r:id="rId22"/>
    </p:embeddedFont>
    <p:embeddedFont>
      <p:font typeface="Cakerolli Medium Italics" charset="1" panose="00000000000000000000"/>
      <p:regular r:id="rId23"/>
    </p:embeddedFont>
    <p:embeddedFont>
      <p:font typeface="Cakerolli Bold Italics" charset="1" panose="0000000000000000000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svg" Type="http://schemas.openxmlformats.org/officeDocument/2006/relationships/image"/><Relationship Id="rId22" Target="../media/image21.png" Type="http://schemas.openxmlformats.org/officeDocument/2006/relationships/image"/><Relationship Id="rId23" Target="../media/image22.svg" Type="http://schemas.openxmlformats.org/officeDocument/2006/relationships/image"/><Relationship Id="rId24" Target="../media/image23.png" Type="http://schemas.openxmlformats.org/officeDocument/2006/relationships/image"/><Relationship Id="rId25" Target="../media/image24.svg" Type="http://schemas.openxmlformats.org/officeDocument/2006/relationships/image"/><Relationship Id="rId26" Target="../media/image25.png" Type="http://schemas.openxmlformats.org/officeDocument/2006/relationships/image"/><Relationship Id="rId27" Target="../media/image26.svg" Type="http://schemas.openxmlformats.org/officeDocument/2006/relationships/image"/><Relationship Id="rId28" Target="../media/image27.png" Type="http://schemas.openxmlformats.org/officeDocument/2006/relationships/image"/><Relationship Id="rId29" Target="../media/image28.svg" Type="http://schemas.openxmlformats.org/officeDocument/2006/relationships/image"/><Relationship Id="rId3" Target="../media/image2.svg" Type="http://schemas.openxmlformats.org/officeDocument/2006/relationships/image"/><Relationship Id="rId30" Target="../media/image29.png" Type="http://schemas.openxmlformats.org/officeDocument/2006/relationships/image"/><Relationship Id="rId31" Target="../media/image30.svg" Type="http://schemas.openxmlformats.org/officeDocument/2006/relationships/image"/><Relationship Id="rId32" Target="../media/image31.png" Type="http://schemas.openxmlformats.org/officeDocument/2006/relationships/image"/><Relationship Id="rId33" Target="../media/image32.svg" Type="http://schemas.openxmlformats.org/officeDocument/2006/relationships/image"/><Relationship Id="rId34" Target="../media/image33.png" Type="http://schemas.openxmlformats.org/officeDocument/2006/relationships/image"/><Relationship Id="rId35" Target="../media/image34.svg" Type="http://schemas.openxmlformats.org/officeDocument/2006/relationships/image"/><Relationship Id="rId36" Target="../media/image35.png" Type="http://schemas.openxmlformats.org/officeDocument/2006/relationships/image"/><Relationship Id="rId37" Target="../media/image36.svg" Type="http://schemas.openxmlformats.org/officeDocument/2006/relationships/image"/><Relationship Id="rId38" Target="../media/image37.png" Type="http://schemas.openxmlformats.org/officeDocument/2006/relationships/image"/><Relationship Id="rId39" Target="../media/image38.svg" Type="http://schemas.openxmlformats.org/officeDocument/2006/relationships/image"/><Relationship Id="rId4" Target="../media/image3.png" Type="http://schemas.openxmlformats.org/officeDocument/2006/relationships/image"/><Relationship Id="rId40" Target="../media/image39.png" Type="http://schemas.openxmlformats.org/officeDocument/2006/relationships/image"/><Relationship Id="rId41" Target="../media/image40.svg" Type="http://schemas.openxmlformats.org/officeDocument/2006/relationships/image"/><Relationship Id="rId42" Target="../media/image41.png" Type="http://schemas.openxmlformats.org/officeDocument/2006/relationships/image"/><Relationship Id="rId43" Target="../media/image42.svg" Type="http://schemas.openxmlformats.org/officeDocument/2006/relationships/image"/><Relationship Id="rId44" Target="../media/image43.png" Type="http://schemas.openxmlformats.org/officeDocument/2006/relationships/image"/><Relationship Id="rId45" Target="../media/image44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7.png" Type="http://schemas.openxmlformats.org/officeDocument/2006/relationships/image"/><Relationship Id="rId11" Target="../media/image48.svg" Type="http://schemas.openxmlformats.org/officeDocument/2006/relationships/image"/><Relationship Id="rId12" Target="../media/image49.png" Type="http://schemas.openxmlformats.org/officeDocument/2006/relationships/image"/><Relationship Id="rId13" Target="../media/image5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45.png" Type="http://schemas.openxmlformats.org/officeDocument/2006/relationships/image"/><Relationship Id="rId9" Target="../media/image4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13.png" Type="http://schemas.openxmlformats.org/officeDocument/2006/relationships/image"/><Relationship Id="rId13" Target="../media/image14.svg" Type="http://schemas.openxmlformats.org/officeDocument/2006/relationships/image"/><Relationship Id="rId14" Target="../media/image51.png" Type="http://schemas.openxmlformats.org/officeDocument/2006/relationships/image"/><Relationship Id="rId15" Target="../media/image52.svg" Type="http://schemas.openxmlformats.org/officeDocument/2006/relationships/image"/><Relationship Id="rId16" Target="../media/image53.png" Type="http://schemas.openxmlformats.org/officeDocument/2006/relationships/image"/><Relationship Id="rId17" Target="../media/image54.svg" Type="http://schemas.openxmlformats.org/officeDocument/2006/relationships/image"/><Relationship Id="rId18" Target="../media/image55.png" Type="http://schemas.openxmlformats.org/officeDocument/2006/relationships/image"/><Relationship Id="rId19" Target="../media/image56.svg" Type="http://schemas.openxmlformats.org/officeDocument/2006/relationships/image"/><Relationship Id="rId2" Target="../media/image1.png" Type="http://schemas.openxmlformats.org/officeDocument/2006/relationships/image"/><Relationship Id="rId20" Target="../media/image57.png" Type="http://schemas.openxmlformats.org/officeDocument/2006/relationships/image"/><Relationship Id="rId21" Target="../media/image58.svg" Type="http://schemas.openxmlformats.org/officeDocument/2006/relationships/image"/><Relationship Id="rId22" Target="../media/image59.png" Type="http://schemas.openxmlformats.org/officeDocument/2006/relationships/image"/><Relationship Id="rId23" Target="../media/image60.svg" Type="http://schemas.openxmlformats.org/officeDocument/2006/relationships/image"/><Relationship Id="rId24" Target="../media/image61.png" Type="http://schemas.openxmlformats.org/officeDocument/2006/relationships/image"/><Relationship Id="rId25" Target="../media/image62.sv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13.png" Type="http://schemas.openxmlformats.org/officeDocument/2006/relationships/image"/><Relationship Id="rId13" Target="../media/image14.svg" Type="http://schemas.openxmlformats.org/officeDocument/2006/relationships/image"/><Relationship Id="rId14" Target="../media/image63.png" Type="http://schemas.openxmlformats.org/officeDocument/2006/relationships/image"/><Relationship Id="rId15" Target="../media/image64.svg" Type="http://schemas.openxmlformats.org/officeDocument/2006/relationships/image"/><Relationship Id="rId16" Target="../media/image65.png" Type="http://schemas.openxmlformats.org/officeDocument/2006/relationships/image"/><Relationship Id="rId17" Target="../media/image66.svg" Type="http://schemas.openxmlformats.org/officeDocument/2006/relationships/image"/><Relationship Id="rId18" Target="../media/image67.png" Type="http://schemas.openxmlformats.org/officeDocument/2006/relationships/image"/><Relationship Id="rId19" Target="../media/image68.svg" Type="http://schemas.openxmlformats.org/officeDocument/2006/relationships/image"/><Relationship Id="rId2" Target="../media/image1.png" Type="http://schemas.openxmlformats.org/officeDocument/2006/relationships/image"/><Relationship Id="rId20" Target="../media/image69.png" Type="http://schemas.openxmlformats.org/officeDocument/2006/relationships/image"/><Relationship Id="rId21" Target="../media/image70.svg" Type="http://schemas.openxmlformats.org/officeDocument/2006/relationships/image"/><Relationship Id="rId22" Target="../media/image71.png" Type="http://schemas.openxmlformats.org/officeDocument/2006/relationships/image"/><Relationship Id="rId23" Target="../media/image72.sv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13.png" Type="http://schemas.openxmlformats.org/officeDocument/2006/relationships/image"/><Relationship Id="rId13" Target="../media/image14.svg" Type="http://schemas.openxmlformats.org/officeDocument/2006/relationships/image"/><Relationship Id="rId14" Target="../media/image73.png" Type="http://schemas.openxmlformats.org/officeDocument/2006/relationships/image"/><Relationship Id="rId15" Target="../media/image74.svg" Type="http://schemas.openxmlformats.org/officeDocument/2006/relationships/image"/><Relationship Id="rId16" Target="../media/image75.png" Type="http://schemas.openxmlformats.org/officeDocument/2006/relationships/image"/><Relationship Id="rId17" Target="../media/image76.svg" Type="http://schemas.openxmlformats.org/officeDocument/2006/relationships/image"/><Relationship Id="rId18" Target="../media/image77.png" Type="http://schemas.openxmlformats.org/officeDocument/2006/relationships/image"/><Relationship Id="rId19" Target="../media/image78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13.png" Type="http://schemas.openxmlformats.org/officeDocument/2006/relationships/image"/><Relationship Id="rId13" Target="../media/image14.svg" Type="http://schemas.openxmlformats.org/officeDocument/2006/relationships/image"/><Relationship Id="rId14" Target="../media/image79.png" Type="http://schemas.openxmlformats.org/officeDocument/2006/relationships/image"/><Relationship Id="rId15" Target="../media/image80.svg" Type="http://schemas.openxmlformats.org/officeDocument/2006/relationships/image"/><Relationship Id="rId16" Target="../media/image81.png" Type="http://schemas.openxmlformats.org/officeDocument/2006/relationships/image"/><Relationship Id="rId17" Target="../media/image82.svg" Type="http://schemas.openxmlformats.org/officeDocument/2006/relationships/image"/><Relationship Id="rId18" Target="../media/image83.png" Type="http://schemas.openxmlformats.org/officeDocument/2006/relationships/image"/><Relationship Id="rId19" Target="../media/image8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13.png" Type="http://schemas.openxmlformats.org/officeDocument/2006/relationships/image"/><Relationship Id="rId13" Target="../media/image14.svg" Type="http://schemas.openxmlformats.org/officeDocument/2006/relationships/image"/><Relationship Id="rId14" Target="../media/image85.png" Type="http://schemas.openxmlformats.org/officeDocument/2006/relationships/image"/><Relationship Id="rId15" Target="../media/image86.svg" Type="http://schemas.openxmlformats.org/officeDocument/2006/relationships/image"/><Relationship Id="rId16" Target="../media/image87.png" Type="http://schemas.openxmlformats.org/officeDocument/2006/relationships/image"/><Relationship Id="rId17" Target="../media/image88.svg" Type="http://schemas.openxmlformats.org/officeDocument/2006/relationships/image"/><Relationship Id="rId18" Target="../media/image89.png" Type="http://schemas.openxmlformats.org/officeDocument/2006/relationships/image"/><Relationship Id="rId19" Target="../media/image9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13.png" Type="http://schemas.openxmlformats.org/officeDocument/2006/relationships/image"/><Relationship Id="rId13" Target="../media/image14.svg" Type="http://schemas.openxmlformats.org/officeDocument/2006/relationships/image"/><Relationship Id="rId14" Target="../media/image91.png" Type="http://schemas.openxmlformats.org/officeDocument/2006/relationships/image"/><Relationship Id="rId15" Target="../media/image92.svg" Type="http://schemas.openxmlformats.org/officeDocument/2006/relationships/image"/><Relationship Id="rId16" Target="../media/image93.png" Type="http://schemas.openxmlformats.org/officeDocument/2006/relationships/image"/><Relationship Id="rId17" Target="../media/image9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13.png" Type="http://schemas.openxmlformats.org/officeDocument/2006/relationships/image"/><Relationship Id="rId13" Target="../media/image14.svg" Type="http://schemas.openxmlformats.org/officeDocument/2006/relationships/image"/><Relationship Id="rId14" Target="../media/image95.png" Type="http://schemas.openxmlformats.org/officeDocument/2006/relationships/image"/><Relationship Id="rId15" Target="../media/image96.svg" Type="http://schemas.openxmlformats.org/officeDocument/2006/relationships/image"/><Relationship Id="rId16" Target="../media/image97.png" Type="http://schemas.openxmlformats.org/officeDocument/2006/relationships/image"/><Relationship Id="rId17" Target="../media/image98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13.png" Type="http://schemas.openxmlformats.org/officeDocument/2006/relationships/image"/><Relationship Id="rId13" Target="../media/image14.svg" Type="http://schemas.openxmlformats.org/officeDocument/2006/relationships/image"/><Relationship Id="rId14" Target="../media/image99.png" Type="http://schemas.openxmlformats.org/officeDocument/2006/relationships/image"/><Relationship Id="rId15" Target="../media/image100.svg" Type="http://schemas.openxmlformats.org/officeDocument/2006/relationships/image"/><Relationship Id="rId16" Target="../media/image101.png" Type="http://schemas.openxmlformats.org/officeDocument/2006/relationships/image"/><Relationship Id="rId17" Target="../media/image10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13.png" Type="http://schemas.openxmlformats.org/officeDocument/2006/relationships/image"/><Relationship Id="rId13" Target="../media/image14.svg" Type="http://schemas.openxmlformats.org/officeDocument/2006/relationships/image"/><Relationship Id="rId14" Target="../media/image103.png" Type="http://schemas.openxmlformats.org/officeDocument/2006/relationships/image"/><Relationship Id="rId15" Target="../media/image104.svg" Type="http://schemas.openxmlformats.org/officeDocument/2006/relationships/image"/><Relationship Id="rId16" Target="../media/image105.png" Type="http://schemas.openxmlformats.org/officeDocument/2006/relationships/image"/><Relationship Id="rId17" Target="../media/image106.svg" Type="http://schemas.openxmlformats.org/officeDocument/2006/relationships/image"/><Relationship Id="rId18" Target="../media/image107.png" Type="http://schemas.openxmlformats.org/officeDocument/2006/relationships/image"/><Relationship Id="rId19" Target="../media/image108.svg" Type="http://schemas.openxmlformats.org/officeDocument/2006/relationships/image"/><Relationship Id="rId2" Target="../media/image1.png" Type="http://schemas.openxmlformats.org/officeDocument/2006/relationships/image"/><Relationship Id="rId20" Target="../media/image109.png" Type="http://schemas.openxmlformats.org/officeDocument/2006/relationships/image"/><Relationship Id="rId21" Target="../media/image110.sv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14" Target="../media/image11.png" Type="http://schemas.openxmlformats.org/officeDocument/2006/relationships/image"/><Relationship Id="rId15" Target="../media/image12.svg" Type="http://schemas.openxmlformats.org/officeDocument/2006/relationships/image"/><Relationship Id="rId16" Target="../media/image13.png" Type="http://schemas.openxmlformats.org/officeDocument/2006/relationships/image"/><Relationship Id="rId17" Target="../media/image14.svg" Type="http://schemas.openxmlformats.org/officeDocument/2006/relationships/image"/><Relationship Id="rId18" Target="../media/image41.png" Type="http://schemas.openxmlformats.org/officeDocument/2006/relationships/image"/><Relationship Id="rId19" Target="../media/image42.svg" Type="http://schemas.openxmlformats.org/officeDocument/2006/relationships/image"/><Relationship Id="rId2" Target="../media/image1.png" Type="http://schemas.openxmlformats.org/officeDocument/2006/relationships/image"/><Relationship Id="rId20" Target="../media/image29.png" Type="http://schemas.openxmlformats.org/officeDocument/2006/relationships/image"/><Relationship Id="rId21" Target="../media/image30.svg" Type="http://schemas.openxmlformats.org/officeDocument/2006/relationships/image"/><Relationship Id="rId22" Target="../media/image113.png" Type="http://schemas.openxmlformats.org/officeDocument/2006/relationships/image"/><Relationship Id="rId23" Target="../media/image114.svg" Type="http://schemas.openxmlformats.org/officeDocument/2006/relationships/image"/><Relationship Id="rId24" Target="../media/image37.png" Type="http://schemas.openxmlformats.org/officeDocument/2006/relationships/image"/><Relationship Id="rId25" Target="../media/image38.svg" Type="http://schemas.openxmlformats.org/officeDocument/2006/relationships/image"/><Relationship Id="rId26" Target="../media/image115.png" Type="http://schemas.openxmlformats.org/officeDocument/2006/relationships/image"/><Relationship Id="rId27" Target="../media/image116.svg" Type="http://schemas.openxmlformats.org/officeDocument/2006/relationships/image"/><Relationship Id="rId28" Target="../media/image117.png" Type="http://schemas.openxmlformats.org/officeDocument/2006/relationships/image"/><Relationship Id="rId29" Target="../media/image118.svg" Type="http://schemas.openxmlformats.org/officeDocument/2006/relationships/image"/><Relationship Id="rId3" Target="../media/image2.svg" Type="http://schemas.openxmlformats.org/officeDocument/2006/relationships/image"/><Relationship Id="rId30" Target="../media/image119.png" Type="http://schemas.openxmlformats.org/officeDocument/2006/relationships/image"/><Relationship Id="rId31" Target="../media/image120.svg" Type="http://schemas.openxmlformats.org/officeDocument/2006/relationships/image"/><Relationship Id="rId32" Target="../media/image121.png" Type="http://schemas.openxmlformats.org/officeDocument/2006/relationships/image"/><Relationship Id="rId33" Target="../media/image122.svg" Type="http://schemas.openxmlformats.org/officeDocument/2006/relationships/image"/><Relationship Id="rId4" Target="../media/image111.png" Type="http://schemas.openxmlformats.org/officeDocument/2006/relationships/image"/><Relationship Id="rId5" Target="../media/image112.svg" Type="http://schemas.openxmlformats.org/officeDocument/2006/relationships/image"/><Relationship Id="rId6" Target="../media/image3.png" Type="http://schemas.openxmlformats.org/officeDocument/2006/relationships/image"/><Relationship Id="rId7" Target="../media/image4.pn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A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58401" y="584106"/>
            <a:ext cx="17542623" cy="9163507"/>
            <a:chOff x="0" y="0"/>
            <a:chExt cx="23390165" cy="122180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05521" y="0"/>
              <a:ext cx="4988692" cy="2737545"/>
            </a:xfrm>
            <a:custGeom>
              <a:avLst/>
              <a:gdLst/>
              <a:ahLst/>
              <a:cxnLst/>
              <a:rect r="r" b="b" t="t" l="l"/>
              <a:pathLst>
                <a:path h="2737545" w="4988692">
                  <a:moveTo>
                    <a:pt x="0" y="0"/>
                  </a:moveTo>
                  <a:lnTo>
                    <a:pt x="4988692" y="0"/>
                  </a:lnTo>
                  <a:lnTo>
                    <a:pt x="4988692" y="2737545"/>
                  </a:lnTo>
                  <a:lnTo>
                    <a:pt x="0" y="27375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550962" y="0"/>
              <a:ext cx="4988692" cy="2737545"/>
            </a:xfrm>
            <a:custGeom>
              <a:avLst/>
              <a:gdLst/>
              <a:ahLst/>
              <a:cxnLst/>
              <a:rect r="r" b="b" t="t" l="l"/>
              <a:pathLst>
                <a:path h="2737545" w="4988692">
                  <a:moveTo>
                    <a:pt x="0" y="0"/>
                  </a:moveTo>
                  <a:lnTo>
                    <a:pt x="4988692" y="0"/>
                  </a:lnTo>
                  <a:lnTo>
                    <a:pt x="4988692" y="2737545"/>
                  </a:lnTo>
                  <a:lnTo>
                    <a:pt x="0" y="27375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1892507" y="0"/>
              <a:ext cx="4988692" cy="2737545"/>
            </a:xfrm>
            <a:custGeom>
              <a:avLst/>
              <a:gdLst/>
              <a:ahLst/>
              <a:cxnLst/>
              <a:rect r="r" b="b" t="t" l="l"/>
              <a:pathLst>
                <a:path h="2737545" w="4988692">
                  <a:moveTo>
                    <a:pt x="0" y="0"/>
                  </a:moveTo>
                  <a:lnTo>
                    <a:pt x="4988692" y="0"/>
                  </a:lnTo>
                  <a:lnTo>
                    <a:pt x="4988692" y="2737545"/>
                  </a:lnTo>
                  <a:lnTo>
                    <a:pt x="0" y="27375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7234052" y="0"/>
              <a:ext cx="4988692" cy="2737545"/>
            </a:xfrm>
            <a:custGeom>
              <a:avLst/>
              <a:gdLst/>
              <a:ahLst/>
              <a:cxnLst/>
              <a:rect r="r" b="b" t="t" l="l"/>
              <a:pathLst>
                <a:path h="2737545" w="4988692">
                  <a:moveTo>
                    <a:pt x="0" y="0"/>
                  </a:moveTo>
                  <a:lnTo>
                    <a:pt x="4988692" y="0"/>
                  </a:lnTo>
                  <a:lnTo>
                    <a:pt x="4988692" y="2737545"/>
                  </a:lnTo>
                  <a:lnTo>
                    <a:pt x="0" y="27375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205521" y="3160155"/>
              <a:ext cx="4988692" cy="2737545"/>
            </a:xfrm>
            <a:custGeom>
              <a:avLst/>
              <a:gdLst/>
              <a:ahLst/>
              <a:cxnLst/>
              <a:rect r="r" b="b" t="t" l="l"/>
              <a:pathLst>
                <a:path h="2737545" w="4988692">
                  <a:moveTo>
                    <a:pt x="0" y="0"/>
                  </a:moveTo>
                  <a:lnTo>
                    <a:pt x="4988692" y="0"/>
                  </a:lnTo>
                  <a:lnTo>
                    <a:pt x="4988692" y="2737545"/>
                  </a:lnTo>
                  <a:lnTo>
                    <a:pt x="0" y="27375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550962" y="3160155"/>
              <a:ext cx="4988692" cy="2737545"/>
            </a:xfrm>
            <a:custGeom>
              <a:avLst/>
              <a:gdLst/>
              <a:ahLst/>
              <a:cxnLst/>
              <a:rect r="r" b="b" t="t" l="l"/>
              <a:pathLst>
                <a:path h="2737545" w="4988692">
                  <a:moveTo>
                    <a:pt x="0" y="0"/>
                  </a:moveTo>
                  <a:lnTo>
                    <a:pt x="4988692" y="0"/>
                  </a:lnTo>
                  <a:lnTo>
                    <a:pt x="4988692" y="2737545"/>
                  </a:lnTo>
                  <a:lnTo>
                    <a:pt x="0" y="27375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1892507" y="3160155"/>
              <a:ext cx="4988692" cy="2737545"/>
            </a:xfrm>
            <a:custGeom>
              <a:avLst/>
              <a:gdLst/>
              <a:ahLst/>
              <a:cxnLst/>
              <a:rect r="r" b="b" t="t" l="l"/>
              <a:pathLst>
                <a:path h="2737545" w="4988692">
                  <a:moveTo>
                    <a:pt x="0" y="0"/>
                  </a:moveTo>
                  <a:lnTo>
                    <a:pt x="4988692" y="0"/>
                  </a:lnTo>
                  <a:lnTo>
                    <a:pt x="4988692" y="2737545"/>
                  </a:lnTo>
                  <a:lnTo>
                    <a:pt x="0" y="27375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7234052" y="3160155"/>
              <a:ext cx="4988692" cy="2737545"/>
            </a:xfrm>
            <a:custGeom>
              <a:avLst/>
              <a:gdLst/>
              <a:ahLst/>
              <a:cxnLst/>
              <a:rect r="r" b="b" t="t" l="l"/>
              <a:pathLst>
                <a:path h="2737545" w="4988692">
                  <a:moveTo>
                    <a:pt x="0" y="0"/>
                  </a:moveTo>
                  <a:lnTo>
                    <a:pt x="4988692" y="0"/>
                  </a:lnTo>
                  <a:lnTo>
                    <a:pt x="4988692" y="2737545"/>
                  </a:lnTo>
                  <a:lnTo>
                    <a:pt x="0" y="27375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205521" y="6290497"/>
              <a:ext cx="4988692" cy="2737545"/>
            </a:xfrm>
            <a:custGeom>
              <a:avLst/>
              <a:gdLst/>
              <a:ahLst/>
              <a:cxnLst/>
              <a:rect r="r" b="b" t="t" l="l"/>
              <a:pathLst>
                <a:path h="2737545" w="4988692">
                  <a:moveTo>
                    <a:pt x="0" y="0"/>
                  </a:moveTo>
                  <a:lnTo>
                    <a:pt x="4988692" y="0"/>
                  </a:lnTo>
                  <a:lnTo>
                    <a:pt x="4988692" y="2737545"/>
                  </a:lnTo>
                  <a:lnTo>
                    <a:pt x="0" y="27375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6550962" y="6290497"/>
              <a:ext cx="4988692" cy="2737545"/>
            </a:xfrm>
            <a:custGeom>
              <a:avLst/>
              <a:gdLst/>
              <a:ahLst/>
              <a:cxnLst/>
              <a:rect r="r" b="b" t="t" l="l"/>
              <a:pathLst>
                <a:path h="2737545" w="4988692">
                  <a:moveTo>
                    <a:pt x="0" y="0"/>
                  </a:moveTo>
                  <a:lnTo>
                    <a:pt x="4988692" y="0"/>
                  </a:lnTo>
                  <a:lnTo>
                    <a:pt x="4988692" y="2737545"/>
                  </a:lnTo>
                  <a:lnTo>
                    <a:pt x="0" y="27375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1892507" y="6290497"/>
              <a:ext cx="4988692" cy="2737545"/>
            </a:xfrm>
            <a:custGeom>
              <a:avLst/>
              <a:gdLst/>
              <a:ahLst/>
              <a:cxnLst/>
              <a:rect r="r" b="b" t="t" l="l"/>
              <a:pathLst>
                <a:path h="2737545" w="4988692">
                  <a:moveTo>
                    <a:pt x="0" y="0"/>
                  </a:moveTo>
                  <a:lnTo>
                    <a:pt x="4988692" y="0"/>
                  </a:lnTo>
                  <a:lnTo>
                    <a:pt x="4988692" y="2737545"/>
                  </a:lnTo>
                  <a:lnTo>
                    <a:pt x="0" y="27375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7234052" y="6290497"/>
              <a:ext cx="4988692" cy="2737545"/>
            </a:xfrm>
            <a:custGeom>
              <a:avLst/>
              <a:gdLst/>
              <a:ahLst/>
              <a:cxnLst/>
              <a:rect r="r" b="b" t="t" l="l"/>
              <a:pathLst>
                <a:path h="2737545" w="4988692">
                  <a:moveTo>
                    <a:pt x="0" y="0"/>
                  </a:moveTo>
                  <a:lnTo>
                    <a:pt x="4988692" y="0"/>
                  </a:lnTo>
                  <a:lnTo>
                    <a:pt x="4988692" y="2737545"/>
                  </a:lnTo>
                  <a:lnTo>
                    <a:pt x="0" y="27375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205521" y="9420839"/>
              <a:ext cx="4988692" cy="2737545"/>
            </a:xfrm>
            <a:custGeom>
              <a:avLst/>
              <a:gdLst/>
              <a:ahLst/>
              <a:cxnLst/>
              <a:rect r="r" b="b" t="t" l="l"/>
              <a:pathLst>
                <a:path h="2737545" w="4988692">
                  <a:moveTo>
                    <a:pt x="0" y="0"/>
                  </a:moveTo>
                  <a:lnTo>
                    <a:pt x="4988692" y="0"/>
                  </a:lnTo>
                  <a:lnTo>
                    <a:pt x="4988692" y="2737544"/>
                  </a:lnTo>
                  <a:lnTo>
                    <a:pt x="0" y="27375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6550962" y="9420839"/>
              <a:ext cx="4988692" cy="2737545"/>
            </a:xfrm>
            <a:custGeom>
              <a:avLst/>
              <a:gdLst/>
              <a:ahLst/>
              <a:cxnLst/>
              <a:rect r="r" b="b" t="t" l="l"/>
              <a:pathLst>
                <a:path h="2737545" w="4988692">
                  <a:moveTo>
                    <a:pt x="0" y="0"/>
                  </a:moveTo>
                  <a:lnTo>
                    <a:pt x="4988692" y="0"/>
                  </a:lnTo>
                  <a:lnTo>
                    <a:pt x="4988692" y="2737544"/>
                  </a:lnTo>
                  <a:lnTo>
                    <a:pt x="0" y="27375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1892507" y="9420839"/>
              <a:ext cx="4988692" cy="2737545"/>
            </a:xfrm>
            <a:custGeom>
              <a:avLst/>
              <a:gdLst/>
              <a:ahLst/>
              <a:cxnLst/>
              <a:rect r="r" b="b" t="t" l="l"/>
              <a:pathLst>
                <a:path h="2737545" w="4988692">
                  <a:moveTo>
                    <a:pt x="0" y="0"/>
                  </a:moveTo>
                  <a:lnTo>
                    <a:pt x="4988692" y="0"/>
                  </a:lnTo>
                  <a:lnTo>
                    <a:pt x="4988692" y="2737544"/>
                  </a:lnTo>
                  <a:lnTo>
                    <a:pt x="0" y="27375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17234052" y="9420839"/>
              <a:ext cx="4988692" cy="2737545"/>
            </a:xfrm>
            <a:custGeom>
              <a:avLst/>
              <a:gdLst/>
              <a:ahLst/>
              <a:cxnLst/>
              <a:rect r="r" b="b" t="t" l="l"/>
              <a:pathLst>
                <a:path h="2737545" w="4988692">
                  <a:moveTo>
                    <a:pt x="0" y="0"/>
                  </a:moveTo>
                  <a:lnTo>
                    <a:pt x="4988692" y="0"/>
                  </a:lnTo>
                  <a:lnTo>
                    <a:pt x="4988692" y="2737544"/>
                  </a:lnTo>
                  <a:lnTo>
                    <a:pt x="0" y="27375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1821" cy="2737545"/>
            </a:xfrm>
            <a:custGeom>
              <a:avLst/>
              <a:gdLst/>
              <a:ahLst/>
              <a:cxnLst/>
              <a:rect r="r" b="b" t="t" l="l"/>
              <a:pathLst>
                <a:path h="2737545" w="811821">
                  <a:moveTo>
                    <a:pt x="0" y="0"/>
                  </a:moveTo>
                  <a:lnTo>
                    <a:pt x="811821" y="0"/>
                  </a:lnTo>
                  <a:lnTo>
                    <a:pt x="811821" y="2737545"/>
                  </a:lnTo>
                  <a:lnTo>
                    <a:pt x="0" y="27375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514506" t="0" r="0" b="0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3160155"/>
              <a:ext cx="811821" cy="2737545"/>
            </a:xfrm>
            <a:custGeom>
              <a:avLst/>
              <a:gdLst/>
              <a:ahLst/>
              <a:cxnLst/>
              <a:rect r="r" b="b" t="t" l="l"/>
              <a:pathLst>
                <a:path h="2737545" w="811821">
                  <a:moveTo>
                    <a:pt x="0" y="0"/>
                  </a:moveTo>
                  <a:lnTo>
                    <a:pt x="811821" y="0"/>
                  </a:lnTo>
                  <a:lnTo>
                    <a:pt x="811821" y="2737545"/>
                  </a:lnTo>
                  <a:lnTo>
                    <a:pt x="0" y="27375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514506" t="0" r="0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6320310"/>
              <a:ext cx="811821" cy="2737545"/>
            </a:xfrm>
            <a:custGeom>
              <a:avLst/>
              <a:gdLst/>
              <a:ahLst/>
              <a:cxnLst/>
              <a:rect r="r" b="b" t="t" l="l"/>
              <a:pathLst>
                <a:path h="2737545" w="811821">
                  <a:moveTo>
                    <a:pt x="0" y="0"/>
                  </a:moveTo>
                  <a:lnTo>
                    <a:pt x="811821" y="0"/>
                  </a:lnTo>
                  <a:lnTo>
                    <a:pt x="811821" y="2737545"/>
                  </a:lnTo>
                  <a:lnTo>
                    <a:pt x="0" y="27375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514506" t="0" r="0" b="0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9480465"/>
              <a:ext cx="811821" cy="2737545"/>
            </a:xfrm>
            <a:custGeom>
              <a:avLst/>
              <a:gdLst/>
              <a:ahLst/>
              <a:cxnLst/>
              <a:rect r="r" b="b" t="t" l="l"/>
              <a:pathLst>
                <a:path h="2737545" w="811821">
                  <a:moveTo>
                    <a:pt x="0" y="0"/>
                  </a:moveTo>
                  <a:lnTo>
                    <a:pt x="811821" y="0"/>
                  </a:lnTo>
                  <a:lnTo>
                    <a:pt x="811821" y="2737545"/>
                  </a:lnTo>
                  <a:lnTo>
                    <a:pt x="0" y="27375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514506" t="0" r="0" b="0"/>
              </a:stretch>
            </a:blip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22578344" y="0"/>
              <a:ext cx="811821" cy="2737545"/>
            </a:xfrm>
            <a:custGeom>
              <a:avLst/>
              <a:gdLst/>
              <a:ahLst/>
              <a:cxnLst/>
              <a:rect r="r" b="b" t="t" l="l"/>
              <a:pathLst>
                <a:path h="2737545" w="811821">
                  <a:moveTo>
                    <a:pt x="0" y="0"/>
                  </a:moveTo>
                  <a:lnTo>
                    <a:pt x="811821" y="0"/>
                  </a:lnTo>
                  <a:lnTo>
                    <a:pt x="811821" y="2737545"/>
                  </a:lnTo>
                  <a:lnTo>
                    <a:pt x="0" y="27375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514506" t="0" r="0" b="0"/>
              </a:stretch>
            </a:blip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22578344" y="3160155"/>
              <a:ext cx="811821" cy="2737545"/>
            </a:xfrm>
            <a:custGeom>
              <a:avLst/>
              <a:gdLst/>
              <a:ahLst/>
              <a:cxnLst/>
              <a:rect r="r" b="b" t="t" l="l"/>
              <a:pathLst>
                <a:path h="2737545" w="811821">
                  <a:moveTo>
                    <a:pt x="0" y="0"/>
                  </a:moveTo>
                  <a:lnTo>
                    <a:pt x="811821" y="0"/>
                  </a:lnTo>
                  <a:lnTo>
                    <a:pt x="811821" y="2737545"/>
                  </a:lnTo>
                  <a:lnTo>
                    <a:pt x="0" y="27375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514506" t="0" r="0" b="0"/>
              </a:stretch>
            </a:blip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22578344" y="6320310"/>
              <a:ext cx="811821" cy="2737545"/>
            </a:xfrm>
            <a:custGeom>
              <a:avLst/>
              <a:gdLst/>
              <a:ahLst/>
              <a:cxnLst/>
              <a:rect r="r" b="b" t="t" l="l"/>
              <a:pathLst>
                <a:path h="2737545" w="811821">
                  <a:moveTo>
                    <a:pt x="0" y="0"/>
                  </a:moveTo>
                  <a:lnTo>
                    <a:pt x="811821" y="0"/>
                  </a:lnTo>
                  <a:lnTo>
                    <a:pt x="811821" y="2737545"/>
                  </a:lnTo>
                  <a:lnTo>
                    <a:pt x="0" y="27375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514506" t="0" r="0" b="0"/>
              </a:stretch>
            </a:blip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22578344" y="9480465"/>
              <a:ext cx="811821" cy="2737545"/>
            </a:xfrm>
            <a:custGeom>
              <a:avLst/>
              <a:gdLst/>
              <a:ahLst/>
              <a:cxnLst/>
              <a:rect r="r" b="b" t="t" l="l"/>
              <a:pathLst>
                <a:path h="2737545" w="811821">
                  <a:moveTo>
                    <a:pt x="0" y="0"/>
                  </a:moveTo>
                  <a:lnTo>
                    <a:pt x="811821" y="0"/>
                  </a:lnTo>
                  <a:lnTo>
                    <a:pt x="811821" y="2737545"/>
                  </a:lnTo>
                  <a:lnTo>
                    <a:pt x="0" y="27375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514506" t="0" r="0" b="0"/>
              </a:stretch>
            </a:blipFill>
          </p:spPr>
        </p:sp>
      </p:grpSp>
      <p:sp>
        <p:nvSpPr>
          <p:cNvPr name="Freeform 27" id="27"/>
          <p:cNvSpPr/>
          <p:nvPr/>
        </p:nvSpPr>
        <p:spPr>
          <a:xfrm flipH="false" flipV="false" rot="5260471">
            <a:off x="12980376" y="7972525"/>
            <a:ext cx="7200502" cy="8229600"/>
          </a:xfrm>
          <a:custGeom>
            <a:avLst/>
            <a:gdLst/>
            <a:ahLst/>
            <a:cxnLst/>
            <a:rect r="r" b="b" t="t" l="l"/>
            <a:pathLst>
              <a:path h="8229600" w="7200502">
                <a:moveTo>
                  <a:pt x="0" y="0"/>
                </a:moveTo>
                <a:lnTo>
                  <a:pt x="7200502" y="0"/>
                </a:lnTo>
                <a:lnTo>
                  <a:pt x="720050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true" rot="-1932924">
            <a:off x="8611180" y="8004111"/>
            <a:ext cx="11079087" cy="3545308"/>
          </a:xfrm>
          <a:custGeom>
            <a:avLst/>
            <a:gdLst/>
            <a:ahLst/>
            <a:cxnLst/>
            <a:rect r="r" b="b" t="t" l="l"/>
            <a:pathLst>
              <a:path h="3545308" w="11079087">
                <a:moveTo>
                  <a:pt x="0" y="3545308"/>
                </a:moveTo>
                <a:lnTo>
                  <a:pt x="11079087" y="3545308"/>
                </a:lnTo>
                <a:lnTo>
                  <a:pt x="11079087" y="0"/>
                </a:lnTo>
                <a:lnTo>
                  <a:pt x="0" y="0"/>
                </a:lnTo>
                <a:lnTo>
                  <a:pt x="0" y="3545308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3902170" y="703063"/>
            <a:ext cx="1386381" cy="1665323"/>
          </a:xfrm>
          <a:custGeom>
            <a:avLst/>
            <a:gdLst/>
            <a:ahLst/>
            <a:cxnLst/>
            <a:rect r="r" b="b" t="t" l="l"/>
            <a:pathLst>
              <a:path h="1665323" w="1386381">
                <a:moveTo>
                  <a:pt x="0" y="0"/>
                </a:moveTo>
                <a:lnTo>
                  <a:pt x="1386381" y="0"/>
                </a:lnTo>
                <a:lnTo>
                  <a:pt x="1386381" y="1665323"/>
                </a:lnTo>
                <a:lnTo>
                  <a:pt x="0" y="16653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true" flipV="true" rot="-781863">
            <a:off x="989217" y="7189741"/>
            <a:ext cx="1386381" cy="1665323"/>
          </a:xfrm>
          <a:custGeom>
            <a:avLst/>
            <a:gdLst/>
            <a:ahLst/>
            <a:cxnLst/>
            <a:rect r="r" b="b" t="t" l="l"/>
            <a:pathLst>
              <a:path h="1665323" w="1386381">
                <a:moveTo>
                  <a:pt x="1386381" y="1665322"/>
                </a:moveTo>
                <a:lnTo>
                  <a:pt x="0" y="1665322"/>
                </a:lnTo>
                <a:lnTo>
                  <a:pt x="0" y="0"/>
                </a:lnTo>
                <a:lnTo>
                  <a:pt x="1386381" y="0"/>
                </a:lnTo>
                <a:lnTo>
                  <a:pt x="1386381" y="166532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2906917">
            <a:off x="-1043809" y="-5028585"/>
            <a:ext cx="7200502" cy="8229600"/>
          </a:xfrm>
          <a:custGeom>
            <a:avLst/>
            <a:gdLst/>
            <a:ahLst/>
            <a:cxnLst/>
            <a:rect r="r" b="b" t="t" l="l"/>
            <a:pathLst>
              <a:path h="8229600" w="7200502">
                <a:moveTo>
                  <a:pt x="0" y="0"/>
                </a:moveTo>
                <a:lnTo>
                  <a:pt x="7200502" y="0"/>
                </a:lnTo>
                <a:lnTo>
                  <a:pt x="720050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-1935087" y="-743954"/>
            <a:ext cx="11079087" cy="3545308"/>
          </a:xfrm>
          <a:custGeom>
            <a:avLst/>
            <a:gdLst/>
            <a:ahLst/>
            <a:cxnLst/>
            <a:rect r="r" b="b" t="t" l="l"/>
            <a:pathLst>
              <a:path h="3545308" w="11079087">
                <a:moveTo>
                  <a:pt x="0" y="0"/>
                </a:moveTo>
                <a:lnTo>
                  <a:pt x="11079087" y="0"/>
                </a:lnTo>
                <a:lnTo>
                  <a:pt x="11079087" y="3545308"/>
                </a:lnTo>
                <a:lnTo>
                  <a:pt x="0" y="35453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863251" y="1735683"/>
            <a:ext cx="1433888" cy="1265406"/>
          </a:xfrm>
          <a:custGeom>
            <a:avLst/>
            <a:gdLst/>
            <a:ahLst/>
            <a:cxnLst/>
            <a:rect r="r" b="b" t="t" l="l"/>
            <a:pathLst>
              <a:path h="1265406" w="1433888">
                <a:moveTo>
                  <a:pt x="0" y="0"/>
                </a:moveTo>
                <a:lnTo>
                  <a:pt x="1433888" y="0"/>
                </a:lnTo>
                <a:lnTo>
                  <a:pt x="1433888" y="1265406"/>
                </a:lnTo>
                <a:lnTo>
                  <a:pt x="0" y="12654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-2473926">
            <a:off x="16489660" y="3493500"/>
            <a:ext cx="2325515" cy="598820"/>
          </a:xfrm>
          <a:custGeom>
            <a:avLst/>
            <a:gdLst/>
            <a:ahLst/>
            <a:cxnLst/>
            <a:rect r="r" b="b" t="t" l="l"/>
            <a:pathLst>
              <a:path h="598820" w="2325515">
                <a:moveTo>
                  <a:pt x="0" y="0"/>
                </a:moveTo>
                <a:lnTo>
                  <a:pt x="2325516" y="0"/>
                </a:lnTo>
                <a:lnTo>
                  <a:pt x="2325516" y="598820"/>
                </a:lnTo>
                <a:lnTo>
                  <a:pt x="0" y="59882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323603">
            <a:off x="16241593" y="7121058"/>
            <a:ext cx="1132716" cy="2093553"/>
          </a:xfrm>
          <a:custGeom>
            <a:avLst/>
            <a:gdLst/>
            <a:ahLst/>
            <a:cxnLst/>
            <a:rect r="r" b="b" t="t" l="l"/>
            <a:pathLst>
              <a:path h="2093553" w="1132716">
                <a:moveTo>
                  <a:pt x="0" y="0"/>
                </a:moveTo>
                <a:lnTo>
                  <a:pt x="1132716" y="0"/>
                </a:lnTo>
                <a:lnTo>
                  <a:pt x="1132716" y="2093553"/>
                </a:lnTo>
                <a:lnTo>
                  <a:pt x="0" y="209355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-130590" t="0" r="0" b="-48746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323603">
            <a:off x="17692802" y="5966897"/>
            <a:ext cx="710251" cy="892756"/>
          </a:xfrm>
          <a:custGeom>
            <a:avLst/>
            <a:gdLst/>
            <a:ahLst/>
            <a:cxnLst/>
            <a:rect r="r" b="b" t="t" l="l"/>
            <a:pathLst>
              <a:path h="892756" w="710251">
                <a:moveTo>
                  <a:pt x="0" y="0"/>
                </a:moveTo>
                <a:lnTo>
                  <a:pt x="710251" y="0"/>
                </a:lnTo>
                <a:lnTo>
                  <a:pt x="710251" y="892756"/>
                </a:lnTo>
                <a:lnTo>
                  <a:pt x="0" y="89275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-127975" t="-28590" r="-17420" b="-104172"/>
            </a:stretch>
          </a:blipFill>
        </p:spPr>
      </p:sp>
      <p:sp>
        <p:nvSpPr>
          <p:cNvPr name="Freeform 37" id="37"/>
          <p:cNvSpPr/>
          <p:nvPr/>
        </p:nvSpPr>
        <p:spPr>
          <a:xfrm flipH="true" flipV="false" rot="-873099">
            <a:off x="-4988" y="4159379"/>
            <a:ext cx="1428017" cy="1622746"/>
          </a:xfrm>
          <a:custGeom>
            <a:avLst/>
            <a:gdLst/>
            <a:ahLst/>
            <a:cxnLst/>
            <a:rect r="r" b="b" t="t" l="l"/>
            <a:pathLst>
              <a:path h="1622746" w="1428017">
                <a:moveTo>
                  <a:pt x="1428017" y="0"/>
                </a:moveTo>
                <a:lnTo>
                  <a:pt x="0" y="0"/>
                </a:lnTo>
                <a:lnTo>
                  <a:pt x="0" y="1622746"/>
                </a:lnTo>
                <a:lnTo>
                  <a:pt x="1428017" y="1622746"/>
                </a:lnTo>
                <a:lnTo>
                  <a:pt x="1428017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5028409" y="2470287"/>
            <a:ext cx="1481113" cy="1714973"/>
          </a:xfrm>
          <a:custGeom>
            <a:avLst/>
            <a:gdLst/>
            <a:ahLst/>
            <a:cxnLst/>
            <a:rect r="r" b="b" t="t" l="l"/>
            <a:pathLst>
              <a:path h="1714973" w="1481113">
                <a:moveTo>
                  <a:pt x="0" y="0"/>
                </a:moveTo>
                <a:lnTo>
                  <a:pt x="1481113" y="0"/>
                </a:lnTo>
                <a:lnTo>
                  <a:pt x="1481113" y="1714973"/>
                </a:lnTo>
                <a:lnTo>
                  <a:pt x="0" y="1714973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7258074" y="2498813"/>
            <a:ext cx="1684856" cy="1706183"/>
          </a:xfrm>
          <a:custGeom>
            <a:avLst/>
            <a:gdLst/>
            <a:ahLst/>
            <a:cxnLst/>
            <a:rect r="r" b="b" t="t" l="l"/>
            <a:pathLst>
              <a:path h="1706183" w="1684856">
                <a:moveTo>
                  <a:pt x="0" y="0"/>
                </a:moveTo>
                <a:lnTo>
                  <a:pt x="1684855" y="0"/>
                </a:lnTo>
                <a:lnTo>
                  <a:pt x="1684855" y="1706183"/>
                </a:lnTo>
                <a:lnTo>
                  <a:pt x="0" y="1706183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-263516">
            <a:off x="6581773" y="2298119"/>
            <a:ext cx="657314" cy="1912186"/>
          </a:xfrm>
          <a:custGeom>
            <a:avLst/>
            <a:gdLst/>
            <a:ahLst/>
            <a:cxnLst/>
            <a:rect r="r" b="b" t="t" l="l"/>
            <a:pathLst>
              <a:path h="1912186" w="657314">
                <a:moveTo>
                  <a:pt x="0" y="0"/>
                </a:moveTo>
                <a:lnTo>
                  <a:pt x="657315" y="0"/>
                </a:lnTo>
                <a:lnTo>
                  <a:pt x="657315" y="1912187"/>
                </a:lnTo>
                <a:lnTo>
                  <a:pt x="0" y="1912187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12364852" y="2106693"/>
            <a:ext cx="1184783" cy="2078567"/>
          </a:xfrm>
          <a:custGeom>
            <a:avLst/>
            <a:gdLst/>
            <a:ahLst/>
            <a:cxnLst/>
            <a:rect r="r" b="b" t="t" l="l"/>
            <a:pathLst>
              <a:path h="2078567" w="1184783">
                <a:moveTo>
                  <a:pt x="0" y="0"/>
                </a:moveTo>
                <a:lnTo>
                  <a:pt x="1184784" y="0"/>
                </a:lnTo>
                <a:lnTo>
                  <a:pt x="1184784" y="2078567"/>
                </a:lnTo>
                <a:lnTo>
                  <a:pt x="0" y="2078567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10904419" y="2406355"/>
            <a:ext cx="1460434" cy="1695714"/>
          </a:xfrm>
          <a:custGeom>
            <a:avLst/>
            <a:gdLst/>
            <a:ahLst/>
            <a:cxnLst/>
            <a:rect r="r" b="b" t="t" l="l"/>
            <a:pathLst>
              <a:path h="1695714" w="1460434">
                <a:moveTo>
                  <a:pt x="0" y="0"/>
                </a:moveTo>
                <a:lnTo>
                  <a:pt x="1460433" y="0"/>
                </a:lnTo>
                <a:lnTo>
                  <a:pt x="1460433" y="1695714"/>
                </a:lnTo>
                <a:lnTo>
                  <a:pt x="0" y="1695714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9514216" y="2200427"/>
            <a:ext cx="1348846" cy="2107571"/>
          </a:xfrm>
          <a:custGeom>
            <a:avLst/>
            <a:gdLst/>
            <a:ahLst/>
            <a:cxnLst/>
            <a:rect r="r" b="b" t="t" l="l"/>
            <a:pathLst>
              <a:path h="2107571" w="1348846">
                <a:moveTo>
                  <a:pt x="0" y="0"/>
                </a:moveTo>
                <a:lnTo>
                  <a:pt x="1348845" y="0"/>
                </a:lnTo>
                <a:lnTo>
                  <a:pt x="1348845" y="2107571"/>
                </a:lnTo>
                <a:lnTo>
                  <a:pt x="0" y="2107571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75516">
            <a:off x="8925312" y="2359747"/>
            <a:ext cx="570738" cy="1660330"/>
          </a:xfrm>
          <a:custGeom>
            <a:avLst/>
            <a:gdLst/>
            <a:ahLst/>
            <a:cxnLst/>
            <a:rect r="r" b="b" t="t" l="l"/>
            <a:pathLst>
              <a:path h="1660330" w="570738">
                <a:moveTo>
                  <a:pt x="0" y="0"/>
                </a:moveTo>
                <a:lnTo>
                  <a:pt x="570738" y="0"/>
                </a:lnTo>
                <a:lnTo>
                  <a:pt x="570738" y="1660330"/>
                </a:lnTo>
                <a:lnTo>
                  <a:pt x="0" y="1660330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309734">
            <a:off x="4726575" y="5162098"/>
            <a:ext cx="1361544" cy="1580893"/>
          </a:xfrm>
          <a:custGeom>
            <a:avLst/>
            <a:gdLst/>
            <a:ahLst/>
            <a:cxnLst/>
            <a:rect r="r" b="b" t="t" l="l"/>
            <a:pathLst>
              <a:path h="1580893" w="1361544">
                <a:moveTo>
                  <a:pt x="0" y="0"/>
                </a:moveTo>
                <a:lnTo>
                  <a:pt x="1361544" y="0"/>
                </a:lnTo>
                <a:lnTo>
                  <a:pt x="1361544" y="1580893"/>
                </a:lnTo>
                <a:lnTo>
                  <a:pt x="0" y="1580893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2356460" y="5240711"/>
            <a:ext cx="2276022" cy="1758227"/>
          </a:xfrm>
          <a:custGeom>
            <a:avLst/>
            <a:gdLst/>
            <a:ahLst/>
            <a:cxnLst/>
            <a:rect r="r" b="b" t="t" l="l"/>
            <a:pathLst>
              <a:path h="1758227" w="2276022">
                <a:moveTo>
                  <a:pt x="0" y="0"/>
                </a:moveTo>
                <a:lnTo>
                  <a:pt x="2276022" y="0"/>
                </a:lnTo>
                <a:lnTo>
                  <a:pt x="2276022" y="1758228"/>
                </a:lnTo>
                <a:lnTo>
                  <a:pt x="0" y="1758228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7376138" y="5408763"/>
            <a:ext cx="1951719" cy="1580893"/>
          </a:xfrm>
          <a:custGeom>
            <a:avLst/>
            <a:gdLst/>
            <a:ahLst/>
            <a:cxnLst/>
            <a:rect r="r" b="b" t="t" l="l"/>
            <a:pathLst>
              <a:path h="1580893" w="1951719">
                <a:moveTo>
                  <a:pt x="0" y="0"/>
                </a:moveTo>
                <a:lnTo>
                  <a:pt x="1951720" y="0"/>
                </a:lnTo>
                <a:lnTo>
                  <a:pt x="1951720" y="1580893"/>
                </a:lnTo>
                <a:lnTo>
                  <a:pt x="0" y="1580893"/>
                </a:lnTo>
                <a:lnTo>
                  <a:pt x="0" y="0"/>
                </a:lnTo>
                <a:close/>
              </a:path>
            </a:pathLst>
          </a:custGeom>
          <a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202791">
            <a:off x="6108378" y="5242878"/>
            <a:ext cx="1218069" cy="1721653"/>
          </a:xfrm>
          <a:custGeom>
            <a:avLst/>
            <a:gdLst/>
            <a:ahLst/>
            <a:cxnLst/>
            <a:rect r="r" b="b" t="t" l="l"/>
            <a:pathLst>
              <a:path h="1721653" w="1218069">
                <a:moveTo>
                  <a:pt x="0" y="0"/>
                </a:moveTo>
                <a:lnTo>
                  <a:pt x="1218069" y="0"/>
                </a:lnTo>
                <a:lnTo>
                  <a:pt x="1218069" y="1721652"/>
                </a:lnTo>
                <a:lnTo>
                  <a:pt x="0" y="1721652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0">
            <a:off x="10149885" y="4970752"/>
            <a:ext cx="1348846" cy="2107571"/>
          </a:xfrm>
          <a:custGeom>
            <a:avLst/>
            <a:gdLst/>
            <a:ahLst/>
            <a:cxnLst/>
            <a:rect r="r" b="b" t="t" l="l"/>
            <a:pathLst>
              <a:path h="2107571" w="1348846">
                <a:moveTo>
                  <a:pt x="0" y="0"/>
                </a:moveTo>
                <a:lnTo>
                  <a:pt x="1348845" y="0"/>
                </a:lnTo>
                <a:lnTo>
                  <a:pt x="1348845" y="2107571"/>
                </a:lnTo>
                <a:lnTo>
                  <a:pt x="0" y="2107571"/>
                </a:lnTo>
                <a:lnTo>
                  <a:pt x="0" y="0"/>
                </a:lnTo>
                <a:close/>
              </a:path>
            </a:pathLst>
          </a:custGeom>
          <a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0" id="50"/>
          <p:cNvSpPr/>
          <p:nvPr/>
        </p:nvSpPr>
        <p:spPr>
          <a:xfrm flipH="false" flipV="false" rot="0">
            <a:off x="9141386" y="5460308"/>
            <a:ext cx="1206256" cy="1477802"/>
          </a:xfrm>
          <a:custGeom>
            <a:avLst/>
            <a:gdLst/>
            <a:ahLst/>
            <a:cxnLst/>
            <a:rect r="r" b="b" t="t" l="l"/>
            <a:pathLst>
              <a:path h="1477802" w="1206256">
                <a:moveTo>
                  <a:pt x="0" y="0"/>
                </a:moveTo>
                <a:lnTo>
                  <a:pt x="1206256" y="0"/>
                </a:lnTo>
                <a:lnTo>
                  <a:pt x="1206256" y="1477803"/>
                </a:lnTo>
                <a:lnTo>
                  <a:pt x="0" y="1477803"/>
                </a:lnTo>
                <a:lnTo>
                  <a:pt x="0" y="0"/>
                </a:lnTo>
                <a:close/>
              </a:path>
            </a:pathLst>
          </a:custGeom>
          <a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-556264">
            <a:off x="13996122" y="5166546"/>
            <a:ext cx="1800321" cy="1823110"/>
          </a:xfrm>
          <a:custGeom>
            <a:avLst/>
            <a:gdLst/>
            <a:ahLst/>
            <a:cxnLst/>
            <a:rect r="r" b="b" t="t" l="l"/>
            <a:pathLst>
              <a:path h="1823110" w="1800321">
                <a:moveTo>
                  <a:pt x="0" y="0"/>
                </a:moveTo>
                <a:lnTo>
                  <a:pt x="1800320" y="0"/>
                </a:lnTo>
                <a:lnTo>
                  <a:pt x="1800320" y="1823110"/>
                </a:lnTo>
                <a:lnTo>
                  <a:pt x="0" y="182311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2" id="52"/>
          <p:cNvSpPr/>
          <p:nvPr/>
        </p:nvSpPr>
        <p:spPr>
          <a:xfrm flipH="false" flipV="false" rot="0">
            <a:off x="12061174" y="5194535"/>
            <a:ext cx="1879173" cy="1855684"/>
          </a:xfrm>
          <a:custGeom>
            <a:avLst/>
            <a:gdLst/>
            <a:ahLst/>
            <a:cxnLst/>
            <a:rect r="r" b="b" t="t" l="l"/>
            <a:pathLst>
              <a:path h="1855684" w="1879173">
                <a:moveTo>
                  <a:pt x="0" y="0"/>
                </a:moveTo>
                <a:lnTo>
                  <a:pt x="1879173" y="0"/>
                </a:lnTo>
                <a:lnTo>
                  <a:pt x="1879173" y="1855683"/>
                </a:lnTo>
                <a:lnTo>
                  <a:pt x="0" y="1855683"/>
                </a:lnTo>
                <a:lnTo>
                  <a:pt x="0" y="0"/>
                </a:lnTo>
                <a:close/>
              </a:path>
            </a:pathLst>
          </a:custGeom>
          <a:blipFill>
            <a:blip r:embed="rId42">
              <a:extLst>
                <a:ext uri="{96DAC541-7B7A-43D3-8B79-37D633B846F1}">
                  <asvg:svgBlip xmlns:asvg="http://schemas.microsoft.com/office/drawing/2016/SVG/main" r:embed="rId4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220177">
            <a:off x="11558000" y="5320096"/>
            <a:ext cx="594730" cy="1730123"/>
          </a:xfrm>
          <a:custGeom>
            <a:avLst/>
            <a:gdLst/>
            <a:ahLst/>
            <a:cxnLst/>
            <a:rect r="r" b="b" t="t" l="l"/>
            <a:pathLst>
              <a:path h="1730123" w="594730">
                <a:moveTo>
                  <a:pt x="0" y="0"/>
                </a:moveTo>
                <a:lnTo>
                  <a:pt x="594730" y="0"/>
                </a:lnTo>
                <a:lnTo>
                  <a:pt x="594730" y="1730122"/>
                </a:lnTo>
                <a:lnTo>
                  <a:pt x="0" y="1730122"/>
                </a:lnTo>
                <a:lnTo>
                  <a:pt x="0" y="0"/>
                </a:lnTo>
                <a:close/>
              </a:path>
            </a:pathLst>
          </a:custGeom>
          <a:blipFill>
            <a:blip r:embed="rId44">
              <a:extLst>
                <a:ext uri="{96DAC541-7B7A-43D3-8B79-37D633B846F1}">
                  <asvg:svgBlip xmlns:asvg="http://schemas.microsoft.com/office/drawing/2016/SVG/main" r:embed="rId4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4" id="54"/>
          <p:cNvGrpSpPr/>
          <p:nvPr/>
        </p:nvGrpSpPr>
        <p:grpSpPr>
          <a:xfrm rot="0">
            <a:off x="3200636" y="8031118"/>
            <a:ext cx="5496395" cy="798862"/>
            <a:chOff x="0" y="0"/>
            <a:chExt cx="1447610" cy="2104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447610" cy="210400"/>
            </a:xfrm>
            <a:custGeom>
              <a:avLst/>
              <a:gdLst/>
              <a:ahLst/>
              <a:cxnLst/>
              <a:rect r="r" b="b" t="t" l="l"/>
              <a:pathLst>
                <a:path h="210400" w="1447610">
                  <a:moveTo>
                    <a:pt x="0" y="0"/>
                  </a:moveTo>
                  <a:lnTo>
                    <a:pt x="1447610" y="0"/>
                  </a:lnTo>
                  <a:lnTo>
                    <a:pt x="1447610" y="210400"/>
                  </a:lnTo>
                  <a:lnTo>
                    <a:pt x="0" y="210400"/>
                  </a:lnTo>
                  <a:close/>
                </a:path>
              </a:pathLst>
            </a:custGeom>
            <a:solidFill>
              <a:srgbClr val="E080B4"/>
            </a:solid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180975"/>
              <a:ext cx="1447610" cy="39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3310609" y="7923646"/>
            <a:ext cx="5496395" cy="798862"/>
            <a:chOff x="0" y="0"/>
            <a:chExt cx="1447610" cy="2104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447610" cy="210400"/>
            </a:xfrm>
            <a:custGeom>
              <a:avLst/>
              <a:gdLst/>
              <a:ahLst/>
              <a:cxnLst/>
              <a:rect r="r" b="b" t="t" l="l"/>
              <a:pathLst>
                <a:path h="210400" w="1447610">
                  <a:moveTo>
                    <a:pt x="0" y="0"/>
                  </a:moveTo>
                  <a:lnTo>
                    <a:pt x="1447610" y="0"/>
                  </a:lnTo>
                  <a:lnTo>
                    <a:pt x="1447610" y="210400"/>
                  </a:lnTo>
                  <a:lnTo>
                    <a:pt x="0" y="210400"/>
                  </a:lnTo>
                  <a:close/>
                </a:path>
              </a:pathLst>
            </a:custGeom>
            <a:solidFill>
              <a:srgbClr val="485B90"/>
            </a:solid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180975"/>
              <a:ext cx="1447610" cy="39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A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58401" y="584106"/>
            <a:ext cx="17542623" cy="9163507"/>
            <a:chOff x="0" y="0"/>
            <a:chExt cx="23390165" cy="122180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05521" y="0"/>
              <a:ext cx="4988692" cy="2737545"/>
            </a:xfrm>
            <a:custGeom>
              <a:avLst/>
              <a:gdLst/>
              <a:ahLst/>
              <a:cxnLst/>
              <a:rect r="r" b="b" t="t" l="l"/>
              <a:pathLst>
                <a:path h="2737545" w="4988692">
                  <a:moveTo>
                    <a:pt x="0" y="0"/>
                  </a:moveTo>
                  <a:lnTo>
                    <a:pt x="4988692" y="0"/>
                  </a:lnTo>
                  <a:lnTo>
                    <a:pt x="4988692" y="2737545"/>
                  </a:lnTo>
                  <a:lnTo>
                    <a:pt x="0" y="27375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550962" y="0"/>
              <a:ext cx="4988692" cy="2737545"/>
            </a:xfrm>
            <a:custGeom>
              <a:avLst/>
              <a:gdLst/>
              <a:ahLst/>
              <a:cxnLst/>
              <a:rect r="r" b="b" t="t" l="l"/>
              <a:pathLst>
                <a:path h="2737545" w="4988692">
                  <a:moveTo>
                    <a:pt x="0" y="0"/>
                  </a:moveTo>
                  <a:lnTo>
                    <a:pt x="4988692" y="0"/>
                  </a:lnTo>
                  <a:lnTo>
                    <a:pt x="4988692" y="2737545"/>
                  </a:lnTo>
                  <a:lnTo>
                    <a:pt x="0" y="27375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1892507" y="0"/>
              <a:ext cx="4988692" cy="2737545"/>
            </a:xfrm>
            <a:custGeom>
              <a:avLst/>
              <a:gdLst/>
              <a:ahLst/>
              <a:cxnLst/>
              <a:rect r="r" b="b" t="t" l="l"/>
              <a:pathLst>
                <a:path h="2737545" w="4988692">
                  <a:moveTo>
                    <a:pt x="0" y="0"/>
                  </a:moveTo>
                  <a:lnTo>
                    <a:pt x="4988692" y="0"/>
                  </a:lnTo>
                  <a:lnTo>
                    <a:pt x="4988692" y="2737545"/>
                  </a:lnTo>
                  <a:lnTo>
                    <a:pt x="0" y="27375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7234052" y="0"/>
              <a:ext cx="4988692" cy="2737545"/>
            </a:xfrm>
            <a:custGeom>
              <a:avLst/>
              <a:gdLst/>
              <a:ahLst/>
              <a:cxnLst/>
              <a:rect r="r" b="b" t="t" l="l"/>
              <a:pathLst>
                <a:path h="2737545" w="4988692">
                  <a:moveTo>
                    <a:pt x="0" y="0"/>
                  </a:moveTo>
                  <a:lnTo>
                    <a:pt x="4988692" y="0"/>
                  </a:lnTo>
                  <a:lnTo>
                    <a:pt x="4988692" y="2737545"/>
                  </a:lnTo>
                  <a:lnTo>
                    <a:pt x="0" y="27375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205521" y="3160155"/>
              <a:ext cx="4988692" cy="2737545"/>
            </a:xfrm>
            <a:custGeom>
              <a:avLst/>
              <a:gdLst/>
              <a:ahLst/>
              <a:cxnLst/>
              <a:rect r="r" b="b" t="t" l="l"/>
              <a:pathLst>
                <a:path h="2737545" w="4988692">
                  <a:moveTo>
                    <a:pt x="0" y="0"/>
                  </a:moveTo>
                  <a:lnTo>
                    <a:pt x="4988692" y="0"/>
                  </a:lnTo>
                  <a:lnTo>
                    <a:pt x="4988692" y="2737545"/>
                  </a:lnTo>
                  <a:lnTo>
                    <a:pt x="0" y="27375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550962" y="3160155"/>
              <a:ext cx="4988692" cy="2737545"/>
            </a:xfrm>
            <a:custGeom>
              <a:avLst/>
              <a:gdLst/>
              <a:ahLst/>
              <a:cxnLst/>
              <a:rect r="r" b="b" t="t" l="l"/>
              <a:pathLst>
                <a:path h="2737545" w="4988692">
                  <a:moveTo>
                    <a:pt x="0" y="0"/>
                  </a:moveTo>
                  <a:lnTo>
                    <a:pt x="4988692" y="0"/>
                  </a:lnTo>
                  <a:lnTo>
                    <a:pt x="4988692" y="2737545"/>
                  </a:lnTo>
                  <a:lnTo>
                    <a:pt x="0" y="27375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1892507" y="3160155"/>
              <a:ext cx="4988692" cy="2737545"/>
            </a:xfrm>
            <a:custGeom>
              <a:avLst/>
              <a:gdLst/>
              <a:ahLst/>
              <a:cxnLst/>
              <a:rect r="r" b="b" t="t" l="l"/>
              <a:pathLst>
                <a:path h="2737545" w="4988692">
                  <a:moveTo>
                    <a:pt x="0" y="0"/>
                  </a:moveTo>
                  <a:lnTo>
                    <a:pt x="4988692" y="0"/>
                  </a:lnTo>
                  <a:lnTo>
                    <a:pt x="4988692" y="2737545"/>
                  </a:lnTo>
                  <a:lnTo>
                    <a:pt x="0" y="27375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7234052" y="3160155"/>
              <a:ext cx="4988692" cy="2737545"/>
            </a:xfrm>
            <a:custGeom>
              <a:avLst/>
              <a:gdLst/>
              <a:ahLst/>
              <a:cxnLst/>
              <a:rect r="r" b="b" t="t" l="l"/>
              <a:pathLst>
                <a:path h="2737545" w="4988692">
                  <a:moveTo>
                    <a:pt x="0" y="0"/>
                  </a:moveTo>
                  <a:lnTo>
                    <a:pt x="4988692" y="0"/>
                  </a:lnTo>
                  <a:lnTo>
                    <a:pt x="4988692" y="2737545"/>
                  </a:lnTo>
                  <a:lnTo>
                    <a:pt x="0" y="27375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205521" y="6290497"/>
              <a:ext cx="4988692" cy="2737545"/>
            </a:xfrm>
            <a:custGeom>
              <a:avLst/>
              <a:gdLst/>
              <a:ahLst/>
              <a:cxnLst/>
              <a:rect r="r" b="b" t="t" l="l"/>
              <a:pathLst>
                <a:path h="2737545" w="4988692">
                  <a:moveTo>
                    <a:pt x="0" y="0"/>
                  </a:moveTo>
                  <a:lnTo>
                    <a:pt x="4988692" y="0"/>
                  </a:lnTo>
                  <a:lnTo>
                    <a:pt x="4988692" y="2737545"/>
                  </a:lnTo>
                  <a:lnTo>
                    <a:pt x="0" y="27375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6550962" y="6290497"/>
              <a:ext cx="4988692" cy="2737545"/>
            </a:xfrm>
            <a:custGeom>
              <a:avLst/>
              <a:gdLst/>
              <a:ahLst/>
              <a:cxnLst/>
              <a:rect r="r" b="b" t="t" l="l"/>
              <a:pathLst>
                <a:path h="2737545" w="4988692">
                  <a:moveTo>
                    <a:pt x="0" y="0"/>
                  </a:moveTo>
                  <a:lnTo>
                    <a:pt x="4988692" y="0"/>
                  </a:lnTo>
                  <a:lnTo>
                    <a:pt x="4988692" y="2737545"/>
                  </a:lnTo>
                  <a:lnTo>
                    <a:pt x="0" y="27375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1892507" y="6290497"/>
              <a:ext cx="4988692" cy="2737545"/>
            </a:xfrm>
            <a:custGeom>
              <a:avLst/>
              <a:gdLst/>
              <a:ahLst/>
              <a:cxnLst/>
              <a:rect r="r" b="b" t="t" l="l"/>
              <a:pathLst>
                <a:path h="2737545" w="4988692">
                  <a:moveTo>
                    <a:pt x="0" y="0"/>
                  </a:moveTo>
                  <a:lnTo>
                    <a:pt x="4988692" y="0"/>
                  </a:lnTo>
                  <a:lnTo>
                    <a:pt x="4988692" y="2737545"/>
                  </a:lnTo>
                  <a:lnTo>
                    <a:pt x="0" y="27375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7234052" y="6290497"/>
              <a:ext cx="4988692" cy="2737545"/>
            </a:xfrm>
            <a:custGeom>
              <a:avLst/>
              <a:gdLst/>
              <a:ahLst/>
              <a:cxnLst/>
              <a:rect r="r" b="b" t="t" l="l"/>
              <a:pathLst>
                <a:path h="2737545" w="4988692">
                  <a:moveTo>
                    <a:pt x="0" y="0"/>
                  </a:moveTo>
                  <a:lnTo>
                    <a:pt x="4988692" y="0"/>
                  </a:lnTo>
                  <a:lnTo>
                    <a:pt x="4988692" y="2737545"/>
                  </a:lnTo>
                  <a:lnTo>
                    <a:pt x="0" y="27375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205521" y="9420839"/>
              <a:ext cx="4988692" cy="2737545"/>
            </a:xfrm>
            <a:custGeom>
              <a:avLst/>
              <a:gdLst/>
              <a:ahLst/>
              <a:cxnLst/>
              <a:rect r="r" b="b" t="t" l="l"/>
              <a:pathLst>
                <a:path h="2737545" w="4988692">
                  <a:moveTo>
                    <a:pt x="0" y="0"/>
                  </a:moveTo>
                  <a:lnTo>
                    <a:pt x="4988692" y="0"/>
                  </a:lnTo>
                  <a:lnTo>
                    <a:pt x="4988692" y="2737544"/>
                  </a:lnTo>
                  <a:lnTo>
                    <a:pt x="0" y="27375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6550962" y="9420839"/>
              <a:ext cx="4988692" cy="2737545"/>
            </a:xfrm>
            <a:custGeom>
              <a:avLst/>
              <a:gdLst/>
              <a:ahLst/>
              <a:cxnLst/>
              <a:rect r="r" b="b" t="t" l="l"/>
              <a:pathLst>
                <a:path h="2737545" w="4988692">
                  <a:moveTo>
                    <a:pt x="0" y="0"/>
                  </a:moveTo>
                  <a:lnTo>
                    <a:pt x="4988692" y="0"/>
                  </a:lnTo>
                  <a:lnTo>
                    <a:pt x="4988692" y="2737544"/>
                  </a:lnTo>
                  <a:lnTo>
                    <a:pt x="0" y="27375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1892507" y="9420839"/>
              <a:ext cx="4988692" cy="2737545"/>
            </a:xfrm>
            <a:custGeom>
              <a:avLst/>
              <a:gdLst/>
              <a:ahLst/>
              <a:cxnLst/>
              <a:rect r="r" b="b" t="t" l="l"/>
              <a:pathLst>
                <a:path h="2737545" w="4988692">
                  <a:moveTo>
                    <a:pt x="0" y="0"/>
                  </a:moveTo>
                  <a:lnTo>
                    <a:pt x="4988692" y="0"/>
                  </a:lnTo>
                  <a:lnTo>
                    <a:pt x="4988692" y="2737544"/>
                  </a:lnTo>
                  <a:lnTo>
                    <a:pt x="0" y="27375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17234052" y="9420839"/>
              <a:ext cx="4988692" cy="2737545"/>
            </a:xfrm>
            <a:custGeom>
              <a:avLst/>
              <a:gdLst/>
              <a:ahLst/>
              <a:cxnLst/>
              <a:rect r="r" b="b" t="t" l="l"/>
              <a:pathLst>
                <a:path h="2737545" w="4988692">
                  <a:moveTo>
                    <a:pt x="0" y="0"/>
                  </a:moveTo>
                  <a:lnTo>
                    <a:pt x="4988692" y="0"/>
                  </a:lnTo>
                  <a:lnTo>
                    <a:pt x="4988692" y="2737544"/>
                  </a:lnTo>
                  <a:lnTo>
                    <a:pt x="0" y="27375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1821" cy="2737545"/>
            </a:xfrm>
            <a:custGeom>
              <a:avLst/>
              <a:gdLst/>
              <a:ahLst/>
              <a:cxnLst/>
              <a:rect r="r" b="b" t="t" l="l"/>
              <a:pathLst>
                <a:path h="2737545" w="811821">
                  <a:moveTo>
                    <a:pt x="0" y="0"/>
                  </a:moveTo>
                  <a:lnTo>
                    <a:pt x="811821" y="0"/>
                  </a:lnTo>
                  <a:lnTo>
                    <a:pt x="811821" y="2737545"/>
                  </a:lnTo>
                  <a:lnTo>
                    <a:pt x="0" y="27375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514506" t="0" r="0" b="0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3160155"/>
              <a:ext cx="811821" cy="2737545"/>
            </a:xfrm>
            <a:custGeom>
              <a:avLst/>
              <a:gdLst/>
              <a:ahLst/>
              <a:cxnLst/>
              <a:rect r="r" b="b" t="t" l="l"/>
              <a:pathLst>
                <a:path h="2737545" w="811821">
                  <a:moveTo>
                    <a:pt x="0" y="0"/>
                  </a:moveTo>
                  <a:lnTo>
                    <a:pt x="811821" y="0"/>
                  </a:lnTo>
                  <a:lnTo>
                    <a:pt x="811821" y="2737545"/>
                  </a:lnTo>
                  <a:lnTo>
                    <a:pt x="0" y="27375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514506" t="0" r="0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6320310"/>
              <a:ext cx="811821" cy="2737545"/>
            </a:xfrm>
            <a:custGeom>
              <a:avLst/>
              <a:gdLst/>
              <a:ahLst/>
              <a:cxnLst/>
              <a:rect r="r" b="b" t="t" l="l"/>
              <a:pathLst>
                <a:path h="2737545" w="811821">
                  <a:moveTo>
                    <a:pt x="0" y="0"/>
                  </a:moveTo>
                  <a:lnTo>
                    <a:pt x="811821" y="0"/>
                  </a:lnTo>
                  <a:lnTo>
                    <a:pt x="811821" y="2737545"/>
                  </a:lnTo>
                  <a:lnTo>
                    <a:pt x="0" y="27375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514506" t="0" r="0" b="0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9480465"/>
              <a:ext cx="811821" cy="2737545"/>
            </a:xfrm>
            <a:custGeom>
              <a:avLst/>
              <a:gdLst/>
              <a:ahLst/>
              <a:cxnLst/>
              <a:rect r="r" b="b" t="t" l="l"/>
              <a:pathLst>
                <a:path h="2737545" w="811821">
                  <a:moveTo>
                    <a:pt x="0" y="0"/>
                  </a:moveTo>
                  <a:lnTo>
                    <a:pt x="811821" y="0"/>
                  </a:lnTo>
                  <a:lnTo>
                    <a:pt x="811821" y="2737545"/>
                  </a:lnTo>
                  <a:lnTo>
                    <a:pt x="0" y="27375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514506" t="0" r="0" b="0"/>
              </a:stretch>
            </a:blip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22578344" y="0"/>
              <a:ext cx="811821" cy="2737545"/>
            </a:xfrm>
            <a:custGeom>
              <a:avLst/>
              <a:gdLst/>
              <a:ahLst/>
              <a:cxnLst/>
              <a:rect r="r" b="b" t="t" l="l"/>
              <a:pathLst>
                <a:path h="2737545" w="811821">
                  <a:moveTo>
                    <a:pt x="0" y="0"/>
                  </a:moveTo>
                  <a:lnTo>
                    <a:pt x="811821" y="0"/>
                  </a:lnTo>
                  <a:lnTo>
                    <a:pt x="811821" y="2737545"/>
                  </a:lnTo>
                  <a:lnTo>
                    <a:pt x="0" y="27375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514506" t="0" r="0" b="0"/>
              </a:stretch>
            </a:blip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22578344" y="3160155"/>
              <a:ext cx="811821" cy="2737545"/>
            </a:xfrm>
            <a:custGeom>
              <a:avLst/>
              <a:gdLst/>
              <a:ahLst/>
              <a:cxnLst/>
              <a:rect r="r" b="b" t="t" l="l"/>
              <a:pathLst>
                <a:path h="2737545" w="811821">
                  <a:moveTo>
                    <a:pt x="0" y="0"/>
                  </a:moveTo>
                  <a:lnTo>
                    <a:pt x="811821" y="0"/>
                  </a:lnTo>
                  <a:lnTo>
                    <a:pt x="811821" y="2737545"/>
                  </a:lnTo>
                  <a:lnTo>
                    <a:pt x="0" y="27375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514506" t="0" r="0" b="0"/>
              </a:stretch>
            </a:blip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22578344" y="6320310"/>
              <a:ext cx="811821" cy="2737545"/>
            </a:xfrm>
            <a:custGeom>
              <a:avLst/>
              <a:gdLst/>
              <a:ahLst/>
              <a:cxnLst/>
              <a:rect r="r" b="b" t="t" l="l"/>
              <a:pathLst>
                <a:path h="2737545" w="811821">
                  <a:moveTo>
                    <a:pt x="0" y="0"/>
                  </a:moveTo>
                  <a:lnTo>
                    <a:pt x="811821" y="0"/>
                  </a:lnTo>
                  <a:lnTo>
                    <a:pt x="811821" y="2737545"/>
                  </a:lnTo>
                  <a:lnTo>
                    <a:pt x="0" y="27375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514506" t="0" r="0" b="0"/>
              </a:stretch>
            </a:blip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22578344" y="9480465"/>
              <a:ext cx="811821" cy="2737545"/>
            </a:xfrm>
            <a:custGeom>
              <a:avLst/>
              <a:gdLst/>
              <a:ahLst/>
              <a:cxnLst/>
              <a:rect r="r" b="b" t="t" l="l"/>
              <a:pathLst>
                <a:path h="2737545" w="811821">
                  <a:moveTo>
                    <a:pt x="0" y="0"/>
                  </a:moveTo>
                  <a:lnTo>
                    <a:pt x="811821" y="0"/>
                  </a:lnTo>
                  <a:lnTo>
                    <a:pt x="811821" y="2737545"/>
                  </a:lnTo>
                  <a:lnTo>
                    <a:pt x="0" y="27375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514506" t="0" r="0" b="0"/>
              </a:stretch>
            </a:blipFill>
          </p:spPr>
        </p:sp>
      </p:grpSp>
      <p:sp>
        <p:nvSpPr>
          <p:cNvPr name="Freeform 27" id="27"/>
          <p:cNvSpPr/>
          <p:nvPr/>
        </p:nvSpPr>
        <p:spPr>
          <a:xfrm flipH="false" flipV="false" rot="5260471">
            <a:off x="12980376" y="7972525"/>
            <a:ext cx="7200502" cy="8229600"/>
          </a:xfrm>
          <a:custGeom>
            <a:avLst/>
            <a:gdLst/>
            <a:ahLst/>
            <a:cxnLst/>
            <a:rect r="r" b="b" t="t" l="l"/>
            <a:pathLst>
              <a:path h="8229600" w="7200502">
                <a:moveTo>
                  <a:pt x="0" y="0"/>
                </a:moveTo>
                <a:lnTo>
                  <a:pt x="7200502" y="0"/>
                </a:lnTo>
                <a:lnTo>
                  <a:pt x="720050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true" rot="-1932924">
            <a:off x="8611180" y="8004111"/>
            <a:ext cx="11079087" cy="3545308"/>
          </a:xfrm>
          <a:custGeom>
            <a:avLst/>
            <a:gdLst/>
            <a:ahLst/>
            <a:cxnLst/>
            <a:rect r="r" b="b" t="t" l="l"/>
            <a:pathLst>
              <a:path h="3545308" w="11079087">
                <a:moveTo>
                  <a:pt x="0" y="3545308"/>
                </a:moveTo>
                <a:lnTo>
                  <a:pt x="11079087" y="3545308"/>
                </a:lnTo>
                <a:lnTo>
                  <a:pt x="11079087" y="0"/>
                </a:lnTo>
                <a:lnTo>
                  <a:pt x="0" y="0"/>
                </a:lnTo>
                <a:lnTo>
                  <a:pt x="0" y="3545308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2906917">
            <a:off x="-1043809" y="-5028585"/>
            <a:ext cx="7200502" cy="8229600"/>
          </a:xfrm>
          <a:custGeom>
            <a:avLst/>
            <a:gdLst/>
            <a:ahLst/>
            <a:cxnLst/>
            <a:rect r="r" b="b" t="t" l="l"/>
            <a:pathLst>
              <a:path h="8229600" w="7200502">
                <a:moveTo>
                  <a:pt x="0" y="0"/>
                </a:moveTo>
                <a:lnTo>
                  <a:pt x="7200502" y="0"/>
                </a:lnTo>
                <a:lnTo>
                  <a:pt x="720050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-1935087" y="-743954"/>
            <a:ext cx="11079087" cy="3545308"/>
          </a:xfrm>
          <a:custGeom>
            <a:avLst/>
            <a:gdLst/>
            <a:ahLst/>
            <a:cxnLst/>
            <a:rect r="r" b="b" t="t" l="l"/>
            <a:pathLst>
              <a:path h="3545308" w="11079087">
                <a:moveTo>
                  <a:pt x="0" y="0"/>
                </a:moveTo>
                <a:lnTo>
                  <a:pt x="11079087" y="0"/>
                </a:lnTo>
                <a:lnTo>
                  <a:pt x="11079087" y="3545308"/>
                </a:lnTo>
                <a:lnTo>
                  <a:pt x="0" y="35453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323603">
            <a:off x="523534" y="9015883"/>
            <a:ext cx="710251" cy="892756"/>
          </a:xfrm>
          <a:custGeom>
            <a:avLst/>
            <a:gdLst/>
            <a:ahLst/>
            <a:cxnLst/>
            <a:rect r="r" b="b" t="t" l="l"/>
            <a:pathLst>
              <a:path h="892756" w="710251">
                <a:moveTo>
                  <a:pt x="0" y="0"/>
                </a:moveTo>
                <a:lnTo>
                  <a:pt x="710250" y="0"/>
                </a:lnTo>
                <a:lnTo>
                  <a:pt x="710250" y="892757"/>
                </a:lnTo>
                <a:lnTo>
                  <a:pt x="0" y="89275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27975" t="-28590" r="-17420" b="-104172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-1935087" y="5494736"/>
            <a:ext cx="4836473" cy="1204721"/>
          </a:xfrm>
          <a:custGeom>
            <a:avLst/>
            <a:gdLst/>
            <a:ahLst/>
            <a:cxnLst/>
            <a:rect r="r" b="b" t="t" l="l"/>
            <a:pathLst>
              <a:path h="1204721" w="4836473">
                <a:moveTo>
                  <a:pt x="0" y="0"/>
                </a:moveTo>
                <a:lnTo>
                  <a:pt x="4836473" y="0"/>
                </a:lnTo>
                <a:lnTo>
                  <a:pt x="4836473" y="1204721"/>
                </a:lnTo>
                <a:lnTo>
                  <a:pt x="0" y="120472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true" flipV="false" rot="0">
            <a:off x="15384803" y="5494736"/>
            <a:ext cx="4836473" cy="1204721"/>
          </a:xfrm>
          <a:custGeom>
            <a:avLst/>
            <a:gdLst/>
            <a:ahLst/>
            <a:cxnLst/>
            <a:rect r="r" b="b" t="t" l="l"/>
            <a:pathLst>
              <a:path h="1204721" w="4836473">
                <a:moveTo>
                  <a:pt x="4836472" y="0"/>
                </a:moveTo>
                <a:lnTo>
                  <a:pt x="0" y="0"/>
                </a:lnTo>
                <a:lnTo>
                  <a:pt x="0" y="1204721"/>
                </a:lnTo>
                <a:lnTo>
                  <a:pt x="4836472" y="1204721"/>
                </a:lnTo>
                <a:lnTo>
                  <a:pt x="4836472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323603">
            <a:off x="17843423" y="1060103"/>
            <a:ext cx="710251" cy="892756"/>
          </a:xfrm>
          <a:custGeom>
            <a:avLst/>
            <a:gdLst/>
            <a:ahLst/>
            <a:cxnLst/>
            <a:rect r="r" b="b" t="t" l="l"/>
            <a:pathLst>
              <a:path h="892756" w="710251">
                <a:moveTo>
                  <a:pt x="0" y="0"/>
                </a:moveTo>
                <a:lnTo>
                  <a:pt x="710251" y="0"/>
                </a:lnTo>
                <a:lnTo>
                  <a:pt x="710251" y="892756"/>
                </a:lnTo>
                <a:lnTo>
                  <a:pt x="0" y="8927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27975" t="-28590" r="-17420" b="-104172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4000061" y="3288071"/>
            <a:ext cx="10077222" cy="5618051"/>
          </a:xfrm>
          <a:custGeom>
            <a:avLst/>
            <a:gdLst/>
            <a:ahLst/>
            <a:cxnLst/>
            <a:rect r="r" b="b" t="t" l="l"/>
            <a:pathLst>
              <a:path h="5618051" w="10077222">
                <a:moveTo>
                  <a:pt x="0" y="0"/>
                </a:moveTo>
                <a:lnTo>
                  <a:pt x="10077222" y="0"/>
                </a:lnTo>
                <a:lnTo>
                  <a:pt x="10077222" y="5618051"/>
                </a:lnTo>
                <a:lnTo>
                  <a:pt x="0" y="561805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4492007" y="3602114"/>
            <a:ext cx="9093330" cy="4989965"/>
          </a:xfrm>
          <a:custGeom>
            <a:avLst/>
            <a:gdLst/>
            <a:ahLst/>
            <a:cxnLst/>
            <a:rect r="r" b="b" t="t" l="l"/>
            <a:pathLst>
              <a:path h="4989965" w="9093330">
                <a:moveTo>
                  <a:pt x="0" y="0"/>
                </a:moveTo>
                <a:lnTo>
                  <a:pt x="9093330" y="0"/>
                </a:lnTo>
                <a:lnTo>
                  <a:pt x="9093330" y="4989965"/>
                </a:lnTo>
                <a:lnTo>
                  <a:pt x="0" y="498996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5058018" y="5220001"/>
            <a:ext cx="7961309" cy="2330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43"/>
              </a:lnSpc>
            </a:pPr>
            <a:r>
              <a:rPr lang="en-US" sz="3599">
                <a:solidFill>
                  <a:srgbClr val="FFFFFF"/>
                </a:solidFill>
                <a:latin typeface="Cakerolli"/>
                <a:ea typeface="Cakerolli"/>
                <a:cs typeface="Cakerolli"/>
                <a:sym typeface="Cakerolli"/>
              </a:rPr>
              <a:t>Explaining the continuously growing significance of </a:t>
            </a:r>
            <a:r>
              <a:rPr lang="en-US" sz="3599" b="true">
                <a:solidFill>
                  <a:srgbClr val="FFFFFF"/>
                </a:solidFill>
                <a:latin typeface="Cakerolli Bold"/>
                <a:ea typeface="Cakerolli Bold"/>
                <a:cs typeface="Cakerolli Bold"/>
                <a:sym typeface="Cakerolli Bold"/>
              </a:rPr>
              <a:t>digital marketing</a:t>
            </a:r>
            <a:r>
              <a:rPr lang="en-US" sz="3599">
                <a:solidFill>
                  <a:srgbClr val="FFFFFF"/>
                </a:solidFill>
                <a:latin typeface="Cakerolli"/>
                <a:ea typeface="Cakerolli"/>
                <a:cs typeface="Cakerolli"/>
                <a:sym typeface="Cakerolli"/>
              </a:rPr>
              <a:t> in the current business landscape.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064194" y="1441338"/>
            <a:ext cx="4159612" cy="1391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 b="true">
                <a:solidFill>
                  <a:srgbClr val="485B90"/>
                </a:solidFill>
                <a:latin typeface="Cakerolli Ultra-Bold"/>
                <a:ea typeface="Cakerolli Ultra-Bold"/>
                <a:cs typeface="Cakerolli Ultra-Bold"/>
                <a:sym typeface="Cakerolli Ultra-Bold"/>
              </a:rPr>
              <a:t>Introduction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6500993" y="3930785"/>
            <a:ext cx="5075359" cy="1235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FFFFFF"/>
                </a:solidFill>
                <a:latin typeface="Cakerolli Semi-Bold"/>
                <a:ea typeface="Cakerolli Semi-Bold"/>
                <a:cs typeface="Cakerolli Semi-Bold"/>
                <a:sym typeface="Cakerolli Semi-Bold"/>
              </a:rPr>
              <a:t>Digital Marketing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A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58401" y="584106"/>
            <a:ext cx="17542623" cy="9163507"/>
            <a:chOff x="0" y="0"/>
            <a:chExt cx="23390165" cy="122180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05521" y="0"/>
              <a:ext cx="4988692" cy="2737545"/>
            </a:xfrm>
            <a:custGeom>
              <a:avLst/>
              <a:gdLst/>
              <a:ahLst/>
              <a:cxnLst/>
              <a:rect r="r" b="b" t="t" l="l"/>
              <a:pathLst>
                <a:path h="2737545" w="4988692">
                  <a:moveTo>
                    <a:pt x="0" y="0"/>
                  </a:moveTo>
                  <a:lnTo>
                    <a:pt x="4988692" y="0"/>
                  </a:lnTo>
                  <a:lnTo>
                    <a:pt x="4988692" y="2737545"/>
                  </a:lnTo>
                  <a:lnTo>
                    <a:pt x="0" y="27375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550962" y="0"/>
              <a:ext cx="4988692" cy="2737545"/>
            </a:xfrm>
            <a:custGeom>
              <a:avLst/>
              <a:gdLst/>
              <a:ahLst/>
              <a:cxnLst/>
              <a:rect r="r" b="b" t="t" l="l"/>
              <a:pathLst>
                <a:path h="2737545" w="4988692">
                  <a:moveTo>
                    <a:pt x="0" y="0"/>
                  </a:moveTo>
                  <a:lnTo>
                    <a:pt x="4988692" y="0"/>
                  </a:lnTo>
                  <a:lnTo>
                    <a:pt x="4988692" y="2737545"/>
                  </a:lnTo>
                  <a:lnTo>
                    <a:pt x="0" y="27375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1892507" y="0"/>
              <a:ext cx="4988692" cy="2737545"/>
            </a:xfrm>
            <a:custGeom>
              <a:avLst/>
              <a:gdLst/>
              <a:ahLst/>
              <a:cxnLst/>
              <a:rect r="r" b="b" t="t" l="l"/>
              <a:pathLst>
                <a:path h="2737545" w="4988692">
                  <a:moveTo>
                    <a:pt x="0" y="0"/>
                  </a:moveTo>
                  <a:lnTo>
                    <a:pt x="4988692" y="0"/>
                  </a:lnTo>
                  <a:lnTo>
                    <a:pt x="4988692" y="2737545"/>
                  </a:lnTo>
                  <a:lnTo>
                    <a:pt x="0" y="27375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7234052" y="0"/>
              <a:ext cx="4988692" cy="2737545"/>
            </a:xfrm>
            <a:custGeom>
              <a:avLst/>
              <a:gdLst/>
              <a:ahLst/>
              <a:cxnLst/>
              <a:rect r="r" b="b" t="t" l="l"/>
              <a:pathLst>
                <a:path h="2737545" w="4988692">
                  <a:moveTo>
                    <a:pt x="0" y="0"/>
                  </a:moveTo>
                  <a:lnTo>
                    <a:pt x="4988692" y="0"/>
                  </a:lnTo>
                  <a:lnTo>
                    <a:pt x="4988692" y="2737545"/>
                  </a:lnTo>
                  <a:lnTo>
                    <a:pt x="0" y="27375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205521" y="3160155"/>
              <a:ext cx="4988692" cy="2737545"/>
            </a:xfrm>
            <a:custGeom>
              <a:avLst/>
              <a:gdLst/>
              <a:ahLst/>
              <a:cxnLst/>
              <a:rect r="r" b="b" t="t" l="l"/>
              <a:pathLst>
                <a:path h="2737545" w="4988692">
                  <a:moveTo>
                    <a:pt x="0" y="0"/>
                  </a:moveTo>
                  <a:lnTo>
                    <a:pt x="4988692" y="0"/>
                  </a:lnTo>
                  <a:lnTo>
                    <a:pt x="4988692" y="2737545"/>
                  </a:lnTo>
                  <a:lnTo>
                    <a:pt x="0" y="27375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550962" y="3160155"/>
              <a:ext cx="4988692" cy="2737545"/>
            </a:xfrm>
            <a:custGeom>
              <a:avLst/>
              <a:gdLst/>
              <a:ahLst/>
              <a:cxnLst/>
              <a:rect r="r" b="b" t="t" l="l"/>
              <a:pathLst>
                <a:path h="2737545" w="4988692">
                  <a:moveTo>
                    <a:pt x="0" y="0"/>
                  </a:moveTo>
                  <a:lnTo>
                    <a:pt x="4988692" y="0"/>
                  </a:lnTo>
                  <a:lnTo>
                    <a:pt x="4988692" y="2737545"/>
                  </a:lnTo>
                  <a:lnTo>
                    <a:pt x="0" y="27375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1892507" y="3160155"/>
              <a:ext cx="4988692" cy="2737545"/>
            </a:xfrm>
            <a:custGeom>
              <a:avLst/>
              <a:gdLst/>
              <a:ahLst/>
              <a:cxnLst/>
              <a:rect r="r" b="b" t="t" l="l"/>
              <a:pathLst>
                <a:path h="2737545" w="4988692">
                  <a:moveTo>
                    <a:pt x="0" y="0"/>
                  </a:moveTo>
                  <a:lnTo>
                    <a:pt x="4988692" y="0"/>
                  </a:lnTo>
                  <a:lnTo>
                    <a:pt x="4988692" y="2737545"/>
                  </a:lnTo>
                  <a:lnTo>
                    <a:pt x="0" y="27375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7234052" y="3160155"/>
              <a:ext cx="4988692" cy="2737545"/>
            </a:xfrm>
            <a:custGeom>
              <a:avLst/>
              <a:gdLst/>
              <a:ahLst/>
              <a:cxnLst/>
              <a:rect r="r" b="b" t="t" l="l"/>
              <a:pathLst>
                <a:path h="2737545" w="4988692">
                  <a:moveTo>
                    <a:pt x="0" y="0"/>
                  </a:moveTo>
                  <a:lnTo>
                    <a:pt x="4988692" y="0"/>
                  </a:lnTo>
                  <a:lnTo>
                    <a:pt x="4988692" y="2737545"/>
                  </a:lnTo>
                  <a:lnTo>
                    <a:pt x="0" y="27375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205521" y="6290497"/>
              <a:ext cx="4988692" cy="2737545"/>
            </a:xfrm>
            <a:custGeom>
              <a:avLst/>
              <a:gdLst/>
              <a:ahLst/>
              <a:cxnLst/>
              <a:rect r="r" b="b" t="t" l="l"/>
              <a:pathLst>
                <a:path h="2737545" w="4988692">
                  <a:moveTo>
                    <a:pt x="0" y="0"/>
                  </a:moveTo>
                  <a:lnTo>
                    <a:pt x="4988692" y="0"/>
                  </a:lnTo>
                  <a:lnTo>
                    <a:pt x="4988692" y="2737545"/>
                  </a:lnTo>
                  <a:lnTo>
                    <a:pt x="0" y="27375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6550962" y="6290497"/>
              <a:ext cx="4988692" cy="2737545"/>
            </a:xfrm>
            <a:custGeom>
              <a:avLst/>
              <a:gdLst/>
              <a:ahLst/>
              <a:cxnLst/>
              <a:rect r="r" b="b" t="t" l="l"/>
              <a:pathLst>
                <a:path h="2737545" w="4988692">
                  <a:moveTo>
                    <a:pt x="0" y="0"/>
                  </a:moveTo>
                  <a:lnTo>
                    <a:pt x="4988692" y="0"/>
                  </a:lnTo>
                  <a:lnTo>
                    <a:pt x="4988692" y="2737545"/>
                  </a:lnTo>
                  <a:lnTo>
                    <a:pt x="0" y="27375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1892507" y="6290497"/>
              <a:ext cx="4988692" cy="2737545"/>
            </a:xfrm>
            <a:custGeom>
              <a:avLst/>
              <a:gdLst/>
              <a:ahLst/>
              <a:cxnLst/>
              <a:rect r="r" b="b" t="t" l="l"/>
              <a:pathLst>
                <a:path h="2737545" w="4988692">
                  <a:moveTo>
                    <a:pt x="0" y="0"/>
                  </a:moveTo>
                  <a:lnTo>
                    <a:pt x="4988692" y="0"/>
                  </a:lnTo>
                  <a:lnTo>
                    <a:pt x="4988692" y="2737545"/>
                  </a:lnTo>
                  <a:lnTo>
                    <a:pt x="0" y="27375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7234052" y="6290497"/>
              <a:ext cx="4988692" cy="2737545"/>
            </a:xfrm>
            <a:custGeom>
              <a:avLst/>
              <a:gdLst/>
              <a:ahLst/>
              <a:cxnLst/>
              <a:rect r="r" b="b" t="t" l="l"/>
              <a:pathLst>
                <a:path h="2737545" w="4988692">
                  <a:moveTo>
                    <a:pt x="0" y="0"/>
                  </a:moveTo>
                  <a:lnTo>
                    <a:pt x="4988692" y="0"/>
                  </a:lnTo>
                  <a:lnTo>
                    <a:pt x="4988692" y="2737545"/>
                  </a:lnTo>
                  <a:lnTo>
                    <a:pt x="0" y="27375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205521" y="9420839"/>
              <a:ext cx="4988692" cy="2737545"/>
            </a:xfrm>
            <a:custGeom>
              <a:avLst/>
              <a:gdLst/>
              <a:ahLst/>
              <a:cxnLst/>
              <a:rect r="r" b="b" t="t" l="l"/>
              <a:pathLst>
                <a:path h="2737545" w="4988692">
                  <a:moveTo>
                    <a:pt x="0" y="0"/>
                  </a:moveTo>
                  <a:lnTo>
                    <a:pt x="4988692" y="0"/>
                  </a:lnTo>
                  <a:lnTo>
                    <a:pt x="4988692" y="2737544"/>
                  </a:lnTo>
                  <a:lnTo>
                    <a:pt x="0" y="27375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6550962" y="9420839"/>
              <a:ext cx="4988692" cy="2737545"/>
            </a:xfrm>
            <a:custGeom>
              <a:avLst/>
              <a:gdLst/>
              <a:ahLst/>
              <a:cxnLst/>
              <a:rect r="r" b="b" t="t" l="l"/>
              <a:pathLst>
                <a:path h="2737545" w="4988692">
                  <a:moveTo>
                    <a:pt x="0" y="0"/>
                  </a:moveTo>
                  <a:lnTo>
                    <a:pt x="4988692" y="0"/>
                  </a:lnTo>
                  <a:lnTo>
                    <a:pt x="4988692" y="2737544"/>
                  </a:lnTo>
                  <a:lnTo>
                    <a:pt x="0" y="27375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1892507" y="9420839"/>
              <a:ext cx="4988692" cy="2737545"/>
            </a:xfrm>
            <a:custGeom>
              <a:avLst/>
              <a:gdLst/>
              <a:ahLst/>
              <a:cxnLst/>
              <a:rect r="r" b="b" t="t" l="l"/>
              <a:pathLst>
                <a:path h="2737545" w="4988692">
                  <a:moveTo>
                    <a:pt x="0" y="0"/>
                  </a:moveTo>
                  <a:lnTo>
                    <a:pt x="4988692" y="0"/>
                  </a:lnTo>
                  <a:lnTo>
                    <a:pt x="4988692" y="2737544"/>
                  </a:lnTo>
                  <a:lnTo>
                    <a:pt x="0" y="27375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17234052" y="9420839"/>
              <a:ext cx="4988692" cy="2737545"/>
            </a:xfrm>
            <a:custGeom>
              <a:avLst/>
              <a:gdLst/>
              <a:ahLst/>
              <a:cxnLst/>
              <a:rect r="r" b="b" t="t" l="l"/>
              <a:pathLst>
                <a:path h="2737545" w="4988692">
                  <a:moveTo>
                    <a:pt x="0" y="0"/>
                  </a:moveTo>
                  <a:lnTo>
                    <a:pt x="4988692" y="0"/>
                  </a:lnTo>
                  <a:lnTo>
                    <a:pt x="4988692" y="2737544"/>
                  </a:lnTo>
                  <a:lnTo>
                    <a:pt x="0" y="27375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1821" cy="2737545"/>
            </a:xfrm>
            <a:custGeom>
              <a:avLst/>
              <a:gdLst/>
              <a:ahLst/>
              <a:cxnLst/>
              <a:rect r="r" b="b" t="t" l="l"/>
              <a:pathLst>
                <a:path h="2737545" w="811821">
                  <a:moveTo>
                    <a:pt x="0" y="0"/>
                  </a:moveTo>
                  <a:lnTo>
                    <a:pt x="811821" y="0"/>
                  </a:lnTo>
                  <a:lnTo>
                    <a:pt x="811821" y="2737545"/>
                  </a:lnTo>
                  <a:lnTo>
                    <a:pt x="0" y="27375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514506" t="0" r="0" b="0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3160155"/>
              <a:ext cx="811821" cy="2737545"/>
            </a:xfrm>
            <a:custGeom>
              <a:avLst/>
              <a:gdLst/>
              <a:ahLst/>
              <a:cxnLst/>
              <a:rect r="r" b="b" t="t" l="l"/>
              <a:pathLst>
                <a:path h="2737545" w="811821">
                  <a:moveTo>
                    <a:pt x="0" y="0"/>
                  </a:moveTo>
                  <a:lnTo>
                    <a:pt x="811821" y="0"/>
                  </a:lnTo>
                  <a:lnTo>
                    <a:pt x="811821" y="2737545"/>
                  </a:lnTo>
                  <a:lnTo>
                    <a:pt x="0" y="27375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514506" t="0" r="0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6320310"/>
              <a:ext cx="811821" cy="2737545"/>
            </a:xfrm>
            <a:custGeom>
              <a:avLst/>
              <a:gdLst/>
              <a:ahLst/>
              <a:cxnLst/>
              <a:rect r="r" b="b" t="t" l="l"/>
              <a:pathLst>
                <a:path h="2737545" w="811821">
                  <a:moveTo>
                    <a:pt x="0" y="0"/>
                  </a:moveTo>
                  <a:lnTo>
                    <a:pt x="811821" y="0"/>
                  </a:lnTo>
                  <a:lnTo>
                    <a:pt x="811821" y="2737545"/>
                  </a:lnTo>
                  <a:lnTo>
                    <a:pt x="0" y="27375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514506" t="0" r="0" b="0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9480465"/>
              <a:ext cx="811821" cy="2737545"/>
            </a:xfrm>
            <a:custGeom>
              <a:avLst/>
              <a:gdLst/>
              <a:ahLst/>
              <a:cxnLst/>
              <a:rect r="r" b="b" t="t" l="l"/>
              <a:pathLst>
                <a:path h="2737545" w="811821">
                  <a:moveTo>
                    <a:pt x="0" y="0"/>
                  </a:moveTo>
                  <a:lnTo>
                    <a:pt x="811821" y="0"/>
                  </a:lnTo>
                  <a:lnTo>
                    <a:pt x="811821" y="2737545"/>
                  </a:lnTo>
                  <a:lnTo>
                    <a:pt x="0" y="27375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514506" t="0" r="0" b="0"/>
              </a:stretch>
            </a:blip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22578344" y="0"/>
              <a:ext cx="811821" cy="2737545"/>
            </a:xfrm>
            <a:custGeom>
              <a:avLst/>
              <a:gdLst/>
              <a:ahLst/>
              <a:cxnLst/>
              <a:rect r="r" b="b" t="t" l="l"/>
              <a:pathLst>
                <a:path h="2737545" w="811821">
                  <a:moveTo>
                    <a:pt x="0" y="0"/>
                  </a:moveTo>
                  <a:lnTo>
                    <a:pt x="811821" y="0"/>
                  </a:lnTo>
                  <a:lnTo>
                    <a:pt x="811821" y="2737545"/>
                  </a:lnTo>
                  <a:lnTo>
                    <a:pt x="0" y="27375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514506" t="0" r="0" b="0"/>
              </a:stretch>
            </a:blip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22578344" y="3160155"/>
              <a:ext cx="811821" cy="2737545"/>
            </a:xfrm>
            <a:custGeom>
              <a:avLst/>
              <a:gdLst/>
              <a:ahLst/>
              <a:cxnLst/>
              <a:rect r="r" b="b" t="t" l="l"/>
              <a:pathLst>
                <a:path h="2737545" w="811821">
                  <a:moveTo>
                    <a:pt x="0" y="0"/>
                  </a:moveTo>
                  <a:lnTo>
                    <a:pt x="811821" y="0"/>
                  </a:lnTo>
                  <a:lnTo>
                    <a:pt x="811821" y="2737545"/>
                  </a:lnTo>
                  <a:lnTo>
                    <a:pt x="0" y="27375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514506" t="0" r="0" b="0"/>
              </a:stretch>
            </a:blip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22578344" y="6320310"/>
              <a:ext cx="811821" cy="2737545"/>
            </a:xfrm>
            <a:custGeom>
              <a:avLst/>
              <a:gdLst/>
              <a:ahLst/>
              <a:cxnLst/>
              <a:rect r="r" b="b" t="t" l="l"/>
              <a:pathLst>
                <a:path h="2737545" w="811821">
                  <a:moveTo>
                    <a:pt x="0" y="0"/>
                  </a:moveTo>
                  <a:lnTo>
                    <a:pt x="811821" y="0"/>
                  </a:lnTo>
                  <a:lnTo>
                    <a:pt x="811821" y="2737545"/>
                  </a:lnTo>
                  <a:lnTo>
                    <a:pt x="0" y="27375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514506" t="0" r="0" b="0"/>
              </a:stretch>
            </a:blip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22578344" y="9480465"/>
              <a:ext cx="811821" cy="2737545"/>
            </a:xfrm>
            <a:custGeom>
              <a:avLst/>
              <a:gdLst/>
              <a:ahLst/>
              <a:cxnLst/>
              <a:rect r="r" b="b" t="t" l="l"/>
              <a:pathLst>
                <a:path h="2737545" w="811821">
                  <a:moveTo>
                    <a:pt x="0" y="0"/>
                  </a:moveTo>
                  <a:lnTo>
                    <a:pt x="811821" y="0"/>
                  </a:lnTo>
                  <a:lnTo>
                    <a:pt x="811821" y="2737545"/>
                  </a:lnTo>
                  <a:lnTo>
                    <a:pt x="0" y="27375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514506" t="0" r="0" b="0"/>
              </a:stretch>
            </a:blipFill>
          </p:spPr>
        </p:sp>
      </p:grpSp>
      <p:sp>
        <p:nvSpPr>
          <p:cNvPr name="Freeform 27" id="27"/>
          <p:cNvSpPr/>
          <p:nvPr/>
        </p:nvSpPr>
        <p:spPr>
          <a:xfrm flipH="false" flipV="false" rot="5260471">
            <a:off x="12980376" y="7972525"/>
            <a:ext cx="7200502" cy="8229600"/>
          </a:xfrm>
          <a:custGeom>
            <a:avLst/>
            <a:gdLst/>
            <a:ahLst/>
            <a:cxnLst/>
            <a:rect r="r" b="b" t="t" l="l"/>
            <a:pathLst>
              <a:path h="8229600" w="7200502">
                <a:moveTo>
                  <a:pt x="0" y="0"/>
                </a:moveTo>
                <a:lnTo>
                  <a:pt x="7200502" y="0"/>
                </a:lnTo>
                <a:lnTo>
                  <a:pt x="720050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true" rot="-1932924">
            <a:off x="8611180" y="8004111"/>
            <a:ext cx="11079087" cy="3545308"/>
          </a:xfrm>
          <a:custGeom>
            <a:avLst/>
            <a:gdLst/>
            <a:ahLst/>
            <a:cxnLst/>
            <a:rect r="r" b="b" t="t" l="l"/>
            <a:pathLst>
              <a:path h="3545308" w="11079087">
                <a:moveTo>
                  <a:pt x="0" y="3545308"/>
                </a:moveTo>
                <a:lnTo>
                  <a:pt x="11079087" y="3545308"/>
                </a:lnTo>
                <a:lnTo>
                  <a:pt x="11079087" y="0"/>
                </a:lnTo>
                <a:lnTo>
                  <a:pt x="0" y="0"/>
                </a:lnTo>
                <a:lnTo>
                  <a:pt x="0" y="3545308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2906917">
            <a:off x="-1043809" y="-5028585"/>
            <a:ext cx="7200502" cy="8229600"/>
          </a:xfrm>
          <a:custGeom>
            <a:avLst/>
            <a:gdLst/>
            <a:ahLst/>
            <a:cxnLst/>
            <a:rect r="r" b="b" t="t" l="l"/>
            <a:pathLst>
              <a:path h="8229600" w="7200502">
                <a:moveTo>
                  <a:pt x="0" y="0"/>
                </a:moveTo>
                <a:lnTo>
                  <a:pt x="7200502" y="0"/>
                </a:lnTo>
                <a:lnTo>
                  <a:pt x="720050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-1935087" y="-743954"/>
            <a:ext cx="11079087" cy="3545308"/>
          </a:xfrm>
          <a:custGeom>
            <a:avLst/>
            <a:gdLst/>
            <a:ahLst/>
            <a:cxnLst/>
            <a:rect r="r" b="b" t="t" l="l"/>
            <a:pathLst>
              <a:path h="3545308" w="11079087">
                <a:moveTo>
                  <a:pt x="0" y="0"/>
                </a:moveTo>
                <a:lnTo>
                  <a:pt x="11079087" y="0"/>
                </a:lnTo>
                <a:lnTo>
                  <a:pt x="11079087" y="3545308"/>
                </a:lnTo>
                <a:lnTo>
                  <a:pt x="0" y="35453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-83719" y="1777369"/>
            <a:ext cx="1433888" cy="1265406"/>
          </a:xfrm>
          <a:custGeom>
            <a:avLst/>
            <a:gdLst/>
            <a:ahLst/>
            <a:cxnLst/>
            <a:rect r="r" b="b" t="t" l="l"/>
            <a:pathLst>
              <a:path h="1265406" w="1433888">
                <a:moveTo>
                  <a:pt x="0" y="0"/>
                </a:moveTo>
                <a:lnTo>
                  <a:pt x="1433888" y="0"/>
                </a:lnTo>
                <a:lnTo>
                  <a:pt x="1433888" y="1265406"/>
                </a:lnTo>
                <a:lnTo>
                  <a:pt x="0" y="12654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2433344">
            <a:off x="-626247" y="7986328"/>
            <a:ext cx="2325515" cy="598820"/>
          </a:xfrm>
          <a:custGeom>
            <a:avLst/>
            <a:gdLst/>
            <a:ahLst/>
            <a:cxnLst/>
            <a:rect r="r" b="b" t="t" l="l"/>
            <a:pathLst>
              <a:path h="598820" w="2325515">
                <a:moveTo>
                  <a:pt x="0" y="0"/>
                </a:moveTo>
                <a:lnTo>
                  <a:pt x="2325515" y="0"/>
                </a:lnTo>
                <a:lnTo>
                  <a:pt x="2325515" y="598820"/>
                </a:lnTo>
                <a:lnTo>
                  <a:pt x="0" y="59882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323603">
            <a:off x="16904175" y="6172657"/>
            <a:ext cx="710251" cy="892756"/>
          </a:xfrm>
          <a:custGeom>
            <a:avLst/>
            <a:gdLst/>
            <a:ahLst/>
            <a:cxnLst/>
            <a:rect r="r" b="b" t="t" l="l"/>
            <a:pathLst>
              <a:path h="892756" w="710251">
                <a:moveTo>
                  <a:pt x="0" y="0"/>
                </a:moveTo>
                <a:lnTo>
                  <a:pt x="710250" y="0"/>
                </a:lnTo>
                <a:lnTo>
                  <a:pt x="710250" y="892756"/>
                </a:lnTo>
                <a:lnTo>
                  <a:pt x="0" y="89275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127975" t="-28590" r="-17420" b="-104172"/>
            </a:stretch>
          </a:blipFill>
        </p:spPr>
      </p:sp>
      <p:sp>
        <p:nvSpPr>
          <p:cNvPr name="Freeform 34" id="34"/>
          <p:cNvSpPr/>
          <p:nvPr/>
        </p:nvSpPr>
        <p:spPr>
          <a:xfrm flipH="true" flipV="false" rot="-873099">
            <a:off x="17115237" y="242182"/>
            <a:ext cx="1428017" cy="1622746"/>
          </a:xfrm>
          <a:custGeom>
            <a:avLst/>
            <a:gdLst/>
            <a:ahLst/>
            <a:cxnLst/>
            <a:rect r="r" b="b" t="t" l="l"/>
            <a:pathLst>
              <a:path h="1622746" w="1428017">
                <a:moveTo>
                  <a:pt x="1428017" y="0"/>
                </a:moveTo>
                <a:lnTo>
                  <a:pt x="0" y="0"/>
                </a:lnTo>
                <a:lnTo>
                  <a:pt x="0" y="1622747"/>
                </a:lnTo>
                <a:lnTo>
                  <a:pt x="1428017" y="1622747"/>
                </a:lnTo>
                <a:lnTo>
                  <a:pt x="1428017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5" id="35"/>
          <p:cNvGrpSpPr/>
          <p:nvPr/>
        </p:nvGrpSpPr>
        <p:grpSpPr>
          <a:xfrm rot="0">
            <a:off x="6400976" y="7096816"/>
            <a:ext cx="1565309" cy="1579897"/>
            <a:chOff x="0" y="0"/>
            <a:chExt cx="2087079" cy="210653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087079" cy="2106530"/>
            </a:xfrm>
            <a:custGeom>
              <a:avLst/>
              <a:gdLst/>
              <a:ahLst/>
              <a:cxnLst/>
              <a:rect r="r" b="b" t="t" l="l"/>
              <a:pathLst>
                <a:path h="2106530" w="2087079">
                  <a:moveTo>
                    <a:pt x="0" y="0"/>
                  </a:moveTo>
                  <a:lnTo>
                    <a:pt x="2087079" y="0"/>
                  </a:lnTo>
                  <a:lnTo>
                    <a:pt x="2087079" y="2106530"/>
                  </a:lnTo>
                  <a:lnTo>
                    <a:pt x="0" y="21065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186599" y="334506"/>
              <a:ext cx="1713881" cy="1437518"/>
            </a:xfrm>
            <a:custGeom>
              <a:avLst/>
              <a:gdLst/>
              <a:ahLst/>
              <a:cxnLst/>
              <a:rect r="r" b="b" t="t" l="l"/>
              <a:pathLst>
                <a:path h="1437518" w="1713881">
                  <a:moveTo>
                    <a:pt x="0" y="0"/>
                  </a:moveTo>
                  <a:lnTo>
                    <a:pt x="1713881" y="0"/>
                  </a:lnTo>
                  <a:lnTo>
                    <a:pt x="1713881" y="1437518"/>
                  </a:lnTo>
                  <a:lnTo>
                    <a:pt x="0" y="14375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8347058" y="7096816"/>
            <a:ext cx="1565309" cy="1579897"/>
            <a:chOff x="0" y="0"/>
            <a:chExt cx="2087079" cy="210653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087079" cy="2106530"/>
            </a:xfrm>
            <a:custGeom>
              <a:avLst/>
              <a:gdLst/>
              <a:ahLst/>
              <a:cxnLst/>
              <a:rect r="r" b="b" t="t" l="l"/>
              <a:pathLst>
                <a:path h="2106530" w="2087079">
                  <a:moveTo>
                    <a:pt x="0" y="0"/>
                  </a:moveTo>
                  <a:lnTo>
                    <a:pt x="2087079" y="0"/>
                  </a:lnTo>
                  <a:lnTo>
                    <a:pt x="2087079" y="2106530"/>
                  </a:lnTo>
                  <a:lnTo>
                    <a:pt x="0" y="21065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428538" y="437311"/>
              <a:ext cx="1466590" cy="1466590"/>
            </a:xfrm>
            <a:custGeom>
              <a:avLst/>
              <a:gdLst/>
              <a:ahLst/>
              <a:cxnLst/>
              <a:rect r="r" b="b" t="t" l="l"/>
              <a:pathLst>
                <a:path h="1466590" w="1466590">
                  <a:moveTo>
                    <a:pt x="0" y="0"/>
                  </a:moveTo>
                  <a:lnTo>
                    <a:pt x="1466590" y="0"/>
                  </a:lnTo>
                  <a:lnTo>
                    <a:pt x="1466590" y="1466590"/>
                  </a:lnTo>
                  <a:lnTo>
                    <a:pt x="0" y="14665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2239223" y="7096816"/>
            <a:ext cx="1565309" cy="1579897"/>
            <a:chOff x="0" y="0"/>
            <a:chExt cx="2087079" cy="210653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087079" cy="2106530"/>
            </a:xfrm>
            <a:custGeom>
              <a:avLst/>
              <a:gdLst/>
              <a:ahLst/>
              <a:cxnLst/>
              <a:rect r="r" b="b" t="t" l="l"/>
              <a:pathLst>
                <a:path h="2106530" w="2087079">
                  <a:moveTo>
                    <a:pt x="0" y="0"/>
                  </a:moveTo>
                  <a:lnTo>
                    <a:pt x="2087079" y="0"/>
                  </a:lnTo>
                  <a:lnTo>
                    <a:pt x="2087079" y="2106530"/>
                  </a:lnTo>
                  <a:lnTo>
                    <a:pt x="0" y="21065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354130" y="363856"/>
              <a:ext cx="1378818" cy="1378818"/>
            </a:xfrm>
            <a:custGeom>
              <a:avLst/>
              <a:gdLst/>
              <a:ahLst/>
              <a:cxnLst/>
              <a:rect r="r" b="b" t="t" l="l"/>
              <a:pathLst>
                <a:path h="1378818" w="1378818">
                  <a:moveTo>
                    <a:pt x="0" y="0"/>
                  </a:moveTo>
                  <a:lnTo>
                    <a:pt x="1378818" y="0"/>
                  </a:lnTo>
                  <a:lnTo>
                    <a:pt x="1378818" y="1378818"/>
                  </a:lnTo>
                  <a:lnTo>
                    <a:pt x="0" y="13788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0293140" y="7096816"/>
            <a:ext cx="1565309" cy="1579897"/>
            <a:chOff x="0" y="0"/>
            <a:chExt cx="2087079" cy="210653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087079" cy="2106530"/>
            </a:xfrm>
            <a:custGeom>
              <a:avLst/>
              <a:gdLst/>
              <a:ahLst/>
              <a:cxnLst/>
              <a:rect r="r" b="b" t="t" l="l"/>
              <a:pathLst>
                <a:path h="2106530" w="2087079">
                  <a:moveTo>
                    <a:pt x="0" y="0"/>
                  </a:moveTo>
                  <a:lnTo>
                    <a:pt x="2087079" y="0"/>
                  </a:lnTo>
                  <a:lnTo>
                    <a:pt x="2087079" y="2106530"/>
                  </a:lnTo>
                  <a:lnTo>
                    <a:pt x="0" y="21065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243241" y="115037"/>
              <a:ext cx="1595085" cy="1627637"/>
            </a:xfrm>
            <a:custGeom>
              <a:avLst/>
              <a:gdLst/>
              <a:ahLst/>
              <a:cxnLst/>
              <a:rect r="r" b="b" t="t" l="l"/>
              <a:pathLst>
                <a:path h="1627637" w="1595085">
                  <a:moveTo>
                    <a:pt x="0" y="0"/>
                  </a:moveTo>
                  <a:lnTo>
                    <a:pt x="1595085" y="0"/>
                  </a:lnTo>
                  <a:lnTo>
                    <a:pt x="1595085" y="1627637"/>
                  </a:lnTo>
                  <a:lnTo>
                    <a:pt x="0" y="16276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47" id="47"/>
          <p:cNvSpPr txBox="true"/>
          <p:nvPr/>
        </p:nvSpPr>
        <p:spPr>
          <a:xfrm rot="0">
            <a:off x="1608302" y="3685040"/>
            <a:ext cx="15071396" cy="2637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2D2A29"/>
                </a:solidFill>
                <a:latin typeface="Cakerolli Medium"/>
                <a:ea typeface="Cakerolli Medium"/>
                <a:cs typeface="Cakerolli Medium"/>
                <a:sym typeface="Cakerolli Medium"/>
              </a:rPr>
              <a:t>Defining digital marketing as the utilization of digital technology to promote products or services. Highlighting its broad scope, encompassing online channels such as: </a:t>
            </a:r>
            <a:r>
              <a:rPr lang="en-US" b="true" sz="3399" i="true">
                <a:solidFill>
                  <a:srgbClr val="E080B4"/>
                </a:solidFill>
                <a:latin typeface="Cakerolli Medium Italics"/>
                <a:ea typeface="Cakerolli Medium Italics"/>
                <a:cs typeface="Cakerolli Medium Italics"/>
                <a:sym typeface="Cakerolli Medium Italics"/>
              </a:rPr>
              <a:t>websites, social media, search engines, email, and mobile applications.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3908524" y="1475373"/>
            <a:ext cx="10442377" cy="1391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 b="true">
                <a:solidFill>
                  <a:srgbClr val="485B90"/>
                </a:solidFill>
                <a:latin typeface="Cakerolli Ultra-Bold"/>
                <a:ea typeface="Cakerolli Ultra-Bold"/>
                <a:cs typeface="Cakerolli Ultra-Bold"/>
                <a:sym typeface="Cakerolli Ultra-Bold"/>
              </a:rPr>
              <a:t>Understanding Digital Marketing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4454893" y="7096816"/>
            <a:ext cx="1565309" cy="1579897"/>
            <a:chOff x="0" y="0"/>
            <a:chExt cx="2087079" cy="210653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087079" cy="2106530"/>
            </a:xfrm>
            <a:custGeom>
              <a:avLst/>
              <a:gdLst/>
              <a:ahLst/>
              <a:cxnLst/>
              <a:rect r="r" b="b" t="t" l="l"/>
              <a:pathLst>
                <a:path h="2106530" w="2087079">
                  <a:moveTo>
                    <a:pt x="0" y="0"/>
                  </a:moveTo>
                  <a:lnTo>
                    <a:pt x="2087079" y="0"/>
                  </a:lnTo>
                  <a:lnTo>
                    <a:pt x="2087079" y="2106530"/>
                  </a:lnTo>
                  <a:lnTo>
                    <a:pt x="0" y="21065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1" id="51"/>
            <p:cNvSpPr/>
            <p:nvPr/>
          </p:nvSpPr>
          <p:spPr>
            <a:xfrm flipH="false" flipV="false" rot="0">
              <a:off x="1214463" y="1170606"/>
              <a:ext cx="722001" cy="838886"/>
            </a:xfrm>
            <a:custGeom>
              <a:avLst/>
              <a:gdLst/>
              <a:ahLst/>
              <a:cxnLst/>
              <a:rect r="r" b="b" t="t" l="l"/>
              <a:pathLst>
                <a:path h="838886" w="722001">
                  <a:moveTo>
                    <a:pt x="0" y="0"/>
                  </a:moveTo>
                  <a:lnTo>
                    <a:pt x="722001" y="0"/>
                  </a:lnTo>
                  <a:lnTo>
                    <a:pt x="722001" y="838886"/>
                  </a:lnTo>
                  <a:lnTo>
                    <a:pt x="0" y="8388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>
                <a:extLst>
                  <a:ext uri="{96DAC541-7B7A-43D3-8B79-37D633B846F1}">
                    <asvg:svgBlip xmlns:asvg="http://schemas.microsoft.com/office/drawing/2016/SVG/main" r:embed="rId2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 rot="0">
              <a:off x="336601" y="155584"/>
              <a:ext cx="1413877" cy="11917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590"/>
                </a:lnSpc>
              </a:pPr>
              <a:r>
                <a:rPr lang="en-US" sz="3993" b="true">
                  <a:solidFill>
                    <a:srgbClr val="2D2A29"/>
                  </a:solidFill>
                  <a:latin typeface="Cakerolli Bold"/>
                  <a:ea typeface="Cakerolli Bold"/>
                  <a:cs typeface="Cakerolli Bold"/>
                  <a:sym typeface="Cakerolli Bold"/>
                </a:rPr>
                <a:t>www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A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62541" y="584106"/>
            <a:ext cx="3741519" cy="2053159"/>
          </a:xfrm>
          <a:custGeom>
            <a:avLst/>
            <a:gdLst/>
            <a:ahLst/>
            <a:cxnLst/>
            <a:rect r="r" b="b" t="t" l="l"/>
            <a:pathLst>
              <a:path h="2053159" w="3741519">
                <a:moveTo>
                  <a:pt x="0" y="0"/>
                </a:moveTo>
                <a:lnTo>
                  <a:pt x="3741520" y="0"/>
                </a:lnTo>
                <a:lnTo>
                  <a:pt x="3741520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271622" y="584106"/>
            <a:ext cx="3741519" cy="2053159"/>
          </a:xfrm>
          <a:custGeom>
            <a:avLst/>
            <a:gdLst/>
            <a:ahLst/>
            <a:cxnLst/>
            <a:rect r="r" b="b" t="t" l="l"/>
            <a:pathLst>
              <a:path h="2053159" w="3741519">
                <a:moveTo>
                  <a:pt x="0" y="0"/>
                </a:moveTo>
                <a:lnTo>
                  <a:pt x="3741519" y="0"/>
                </a:lnTo>
                <a:lnTo>
                  <a:pt x="3741519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277781" y="584106"/>
            <a:ext cx="3741519" cy="2053159"/>
          </a:xfrm>
          <a:custGeom>
            <a:avLst/>
            <a:gdLst/>
            <a:ahLst/>
            <a:cxnLst/>
            <a:rect r="r" b="b" t="t" l="l"/>
            <a:pathLst>
              <a:path h="2053159" w="3741519">
                <a:moveTo>
                  <a:pt x="0" y="0"/>
                </a:moveTo>
                <a:lnTo>
                  <a:pt x="3741519" y="0"/>
                </a:lnTo>
                <a:lnTo>
                  <a:pt x="3741519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283939" y="584106"/>
            <a:ext cx="3741519" cy="2053159"/>
          </a:xfrm>
          <a:custGeom>
            <a:avLst/>
            <a:gdLst/>
            <a:ahLst/>
            <a:cxnLst/>
            <a:rect r="r" b="b" t="t" l="l"/>
            <a:pathLst>
              <a:path h="2053159" w="3741519">
                <a:moveTo>
                  <a:pt x="0" y="0"/>
                </a:moveTo>
                <a:lnTo>
                  <a:pt x="3741520" y="0"/>
                </a:lnTo>
                <a:lnTo>
                  <a:pt x="3741520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62541" y="2954222"/>
            <a:ext cx="3741519" cy="2053159"/>
          </a:xfrm>
          <a:custGeom>
            <a:avLst/>
            <a:gdLst/>
            <a:ahLst/>
            <a:cxnLst/>
            <a:rect r="r" b="b" t="t" l="l"/>
            <a:pathLst>
              <a:path h="2053159" w="3741519">
                <a:moveTo>
                  <a:pt x="0" y="0"/>
                </a:moveTo>
                <a:lnTo>
                  <a:pt x="3741520" y="0"/>
                </a:lnTo>
                <a:lnTo>
                  <a:pt x="3741520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271622" y="2954222"/>
            <a:ext cx="3741519" cy="2053159"/>
          </a:xfrm>
          <a:custGeom>
            <a:avLst/>
            <a:gdLst/>
            <a:ahLst/>
            <a:cxnLst/>
            <a:rect r="r" b="b" t="t" l="l"/>
            <a:pathLst>
              <a:path h="2053159" w="3741519">
                <a:moveTo>
                  <a:pt x="0" y="0"/>
                </a:moveTo>
                <a:lnTo>
                  <a:pt x="3741519" y="0"/>
                </a:lnTo>
                <a:lnTo>
                  <a:pt x="3741519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277781" y="2954222"/>
            <a:ext cx="3741519" cy="2053159"/>
          </a:xfrm>
          <a:custGeom>
            <a:avLst/>
            <a:gdLst/>
            <a:ahLst/>
            <a:cxnLst/>
            <a:rect r="r" b="b" t="t" l="l"/>
            <a:pathLst>
              <a:path h="2053159" w="3741519">
                <a:moveTo>
                  <a:pt x="0" y="0"/>
                </a:moveTo>
                <a:lnTo>
                  <a:pt x="3741519" y="0"/>
                </a:lnTo>
                <a:lnTo>
                  <a:pt x="3741519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283939" y="2954222"/>
            <a:ext cx="3741519" cy="2053159"/>
          </a:xfrm>
          <a:custGeom>
            <a:avLst/>
            <a:gdLst/>
            <a:ahLst/>
            <a:cxnLst/>
            <a:rect r="r" b="b" t="t" l="l"/>
            <a:pathLst>
              <a:path h="2053159" w="3741519">
                <a:moveTo>
                  <a:pt x="0" y="0"/>
                </a:moveTo>
                <a:lnTo>
                  <a:pt x="3741520" y="0"/>
                </a:lnTo>
                <a:lnTo>
                  <a:pt x="3741520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62541" y="5301979"/>
            <a:ext cx="3741519" cy="2053159"/>
          </a:xfrm>
          <a:custGeom>
            <a:avLst/>
            <a:gdLst/>
            <a:ahLst/>
            <a:cxnLst/>
            <a:rect r="r" b="b" t="t" l="l"/>
            <a:pathLst>
              <a:path h="2053159" w="3741519">
                <a:moveTo>
                  <a:pt x="0" y="0"/>
                </a:moveTo>
                <a:lnTo>
                  <a:pt x="3741520" y="0"/>
                </a:lnTo>
                <a:lnTo>
                  <a:pt x="3741520" y="2053158"/>
                </a:lnTo>
                <a:lnTo>
                  <a:pt x="0" y="20531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271622" y="5301979"/>
            <a:ext cx="3741519" cy="2053159"/>
          </a:xfrm>
          <a:custGeom>
            <a:avLst/>
            <a:gdLst/>
            <a:ahLst/>
            <a:cxnLst/>
            <a:rect r="r" b="b" t="t" l="l"/>
            <a:pathLst>
              <a:path h="2053159" w="3741519">
                <a:moveTo>
                  <a:pt x="0" y="0"/>
                </a:moveTo>
                <a:lnTo>
                  <a:pt x="3741519" y="0"/>
                </a:lnTo>
                <a:lnTo>
                  <a:pt x="3741519" y="2053158"/>
                </a:lnTo>
                <a:lnTo>
                  <a:pt x="0" y="20531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277781" y="5301979"/>
            <a:ext cx="3741519" cy="2053159"/>
          </a:xfrm>
          <a:custGeom>
            <a:avLst/>
            <a:gdLst/>
            <a:ahLst/>
            <a:cxnLst/>
            <a:rect r="r" b="b" t="t" l="l"/>
            <a:pathLst>
              <a:path h="2053159" w="3741519">
                <a:moveTo>
                  <a:pt x="0" y="0"/>
                </a:moveTo>
                <a:lnTo>
                  <a:pt x="3741519" y="0"/>
                </a:lnTo>
                <a:lnTo>
                  <a:pt x="3741519" y="2053158"/>
                </a:lnTo>
                <a:lnTo>
                  <a:pt x="0" y="20531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3283939" y="5301979"/>
            <a:ext cx="3741519" cy="2053159"/>
          </a:xfrm>
          <a:custGeom>
            <a:avLst/>
            <a:gdLst/>
            <a:ahLst/>
            <a:cxnLst/>
            <a:rect r="r" b="b" t="t" l="l"/>
            <a:pathLst>
              <a:path h="2053159" w="3741519">
                <a:moveTo>
                  <a:pt x="0" y="0"/>
                </a:moveTo>
                <a:lnTo>
                  <a:pt x="3741520" y="0"/>
                </a:lnTo>
                <a:lnTo>
                  <a:pt x="3741520" y="2053158"/>
                </a:lnTo>
                <a:lnTo>
                  <a:pt x="0" y="20531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262541" y="7649735"/>
            <a:ext cx="3741519" cy="2053159"/>
          </a:xfrm>
          <a:custGeom>
            <a:avLst/>
            <a:gdLst/>
            <a:ahLst/>
            <a:cxnLst/>
            <a:rect r="r" b="b" t="t" l="l"/>
            <a:pathLst>
              <a:path h="2053159" w="3741519">
                <a:moveTo>
                  <a:pt x="0" y="0"/>
                </a:moveTo>
                <a:lnTo>
                  <a:pt x="3741520" y="0"/>
                </a:lnTo>
                <a:lnTo>
                  <a:pt x="3741520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5271622" y="7649735"/>
            <a:ext cx="3741519" cy="2053159"/>
          </a:xfrm>
          <a:custGeom>
            <a:avLst/>
            <a:gdLst/>
            <a:ahLst/>
            <a:cxnLst/>
            <a:rect r="r" b="b" t="t" l="l"/>
            <a:pathLst>
              <a:path h="2053159" w="3741519">
                <a:moveTo>
                  <a:pt x="0" y="0"/>
                </a:moveTo>
                <a:lnTo>
                  <a:pt x="3741519" y="0"/>
                </a:lnTo>
                <a:lnTo>
                  <a:pt x="3741519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9277781" y="7649735"/>
            <a:ext cx="3741519" cy="2053159"/>
          </a:xfrm>
          <a:custGeom>
            <a:avLst/>
            <a:gdLst/>
            <a:ahLst/>
            <a:cxnLst/>
            <a:rect r="r" b="b" t="t" l="l"/>
            <a:pathLst>
              <a:path h="2053159" w="3741519">
                <a:moveTo>
                  <a:pt x="0" y="0"/>
                </a:moveTo>
                <a:lnTo>
                  <a:pt x="3741519" y="0"/>
                </a:lnTo>
                <a:lnTo>
                  <a:pt x="3741519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3283939" y="7649735"/>
            <a:ext cx="3741519" cy="2053159"/>
          </a:xfrm>
          <a:custGeom>
            <a:avLst/>
            <a:gdLst/>
            <a:ahLst/>
            <a:cxnLst/>
            <a:rect r="r" b="b" t="t" l="l"/>
            <a:pathLst>
              <a:path h="2053159" w="3741519">
                <a:moveTo>
                  <a:pt x="0" y="0"/>
                </a:moveTo>
                <a:lnTo>
                  <a:pt x="3741520" y="0"/>
                </a:lnTo>
                <a:lnTo>
                  <a:pt x="3741520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358401" y="584106"/>
            <a:ext cx="608866" cy="2053159"/>
          </a:xfrm>
          <a:custGeom>
            <a:avLst/>
            <a:gdLst/>
            <a:ahLst/>
            <a:cxnLst/>
            <a:rect r="r" b="b" t="t" l="l"/>
            <a:pathLst>
              <a:path h="2053159" w="608866">
                <a:moveTo>
                  <a:pt x="0" y="0"/>
                </a:moveTo>
                <a:lnTo>
                  <a:pt x="608865" y="0"/>
                </a:lnTo>
                <a:lnTo>
                  <a:pt x="608865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14506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358401" y="2954222"/>
            <a:ext cx="608866" cy="2053159"/>
          </a:xfrm>
          <a:custGeom>
            <a:avLst/>
            <a:gdLst/>
            <a:ahLst/>
            <a:cxnLst/>
            <a:rect r="r" b="b" t="t" l="l"/>
            <a:pathLst>
              <a:path h="2053159" w="608866">
                <a:moveTo>
                  <a:pt x="0" y="0"/>
                </a:moveTo>
                <a:lnTo>
                  <a:pt x="608865" y="0"/>
                </a:lnTo>
                <a:lnTo>
                  <a:pt x="608865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14506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358401" y="5324339"/>
            <a:ext cx="608866" cy="2053159"/>
          </a:xfrm>
          <a:custGeom>
            <a:avLst/>
            <a:gdLst/>
            <a:ahLst/>
            <a:cxnLst/>
            <a:rect r="r" b="b" t="t" l="l"/>
            <a:pathLst>
              <a:path h="2053159" w="608866">
                <a:moveTo>
                  <a:pt x="0" y="0"/>
                </a:moveTo>
                <a:lnTo>
                  <a:pt x="608865" y="0"/>
                </a:lnTo>
                <a:lnTo>
                  <a:pt x="608865" y="2053158"/>
                </a:lnTo>
                <a:lnTo>
                  <a:pt x="0" y="20531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14506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358401" y="7694455"/>
            <a:ext cx="608866" cy="2053159"/>
          </a:xfrm>
          <a:custGeom>
            <a:avLst/>
            <a:gdLst/>
            <a:ahLst/>
            <a:cxnLst/>
            <a:rect r="r" b="b" t="t" l="l"/>
            <a:pathLst>
              <a:path h="2053159" w="608866">
                <a:moveTo>
                  <a:pt x="0" y="0"/>
                </a:moveTo>
                <a:lnTo>
                  <a:pt x="608865" y="0"/>
                </a:lnTo>
                <a:lnTo>
                  <a:pt x="608865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14506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7292159" y="584106"/>
            <a:ext cx="608866" cy="2053159"/>
          </a:xfrm>
          <a:custGeom>
            <a:avLst/>
            <a:gdLst/>
            <a:ahLst/>
            <a:cxnLst/>
            <a:rect r="r" b="b" t="t" l="l"/>
            <a:pathLst>
              <a:path h="2053159" w="608866">
                <a:moveTo>
                  <a:pt x="0" y="0"/>
                </a:moveTo>
                <a:lnTo>
                  <a:pt x="608865" y="0"/>
                </a:lnTo>
                <a:lnTo>
                  <a:pt x="608865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14506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7292159" y="2954222"/>
            <a:ext cx="608866" cy="2053159"/>
          </a:xfrm>
          <a:custGeom>
            <a:avLst/>
            <a:gdLst/>
            <a:ahLst/>
            <a:cxnLst/>
            <a:rect r="r" b="b" t="t" l="l"/>
            <a:pathLst>
              <a:path h="2053159" w="608866">
                <a:moveTo>
                  <a:pt x="0" y="0"/>
                </a:moveTo>
                <a:lnTo>
                  <a:pt x="608865" y="0"/>
                </a:lnTo>
                <a:lnTo>
                  <a:pt x="608865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14506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7292159" y="5324339"/>
            <a:ext cx="608866" cy="2053159"/>
          </a:xfrm>
          <a:custGeom>
            <a:avLst/>
            <a:gdLst/>
            <a:ahLst/>
            <a:cxnLst/>
            <a:rect r="r" b="b" t="t" l="l"/>
            <a:pathLst>
              <a:path h="2053159" w="608866">
                <a:moveTo>
                  <a:pt x="0" y="0"/>
                </a:moveTo>
                <a:lnTo>
                  <a:pt x="608865" y="0"/>
                </a:lnTo>
                <a:lnTo>
                  <a:pt x="608865" y="2053158"/>
                </a:lnTo>
                <a:lnTo>
                  <a:pt x="0" y="20531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14506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7292159" y="7694455"/>
            <a:ext cx="608866" cy="2053159"/>
          </a:xfrm>
          <a:custGeom>
            <a:avLst/>
            <a:gdLst/>
            <a:ahLst/>
            <a:cxnLst/>
            <a:rect r="r" b="b" t="t" l="l"/>
            <a:pathLst>
              <a:path h="2053159" w="608866">
                <a:moveTo>
                  <a:pt x="0" y="0"/>
                </a:moveTo>
                <a:lnTo>
                  <a:pt x="608865" y="0"/>
                </a:lnTo>
                <a:lnTo>
                  <a:pt x="608865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14506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5260471">
            <a:off x="12980376" y="7972525"/>
            <a:ext cx="7200502" cy="8229600"/>
          </a:xfrm>
          <a:custGeom>
            <a:avLst/>
            <a:gdLst/>
            <a:ahLst/>
            <a:cxnLst/>
            <a:rect r="r" b="b" t="t" l="l"/>
            <a:pathLst>
              <a:path h="8229600" w="7200502">
                <a:moveTo>
                  <a:pt x="0" y="0"/>
                </a:moveTo>
                <a:lnTo>
                  <a:pt x="7200502" y="0"/>
                </a:lnTo>
                <a:lnTo>
                  <a:pt x="720050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true" rot="-1932924">
            <a:off x="8611180" y="8004111"/>
            <a:ext cx="11079087" cy="3545308"/>
          </a:xfrm>
          <a:custGeom>
            <a:avLst/>
            <a:gdLst/>
            <a:ahLst/>
            <a:cxnLst/>
            <a:rect r="r" b="b" t="t" l="l"/>
            <a:pathLst>
              <a:path h="3545308" w="11079087">
                <a:moveTo>
                  <a:pt x="0" y="3545308"/>
                </a:moveTo>
                <a:lnTo>
                  <a:pt x="11079087" y="3545308"/>
                </a:lnTo>
                <a:lnTo>
                  <a:pt x="11079087" y="0"/>
                </a:lnTo>
                <a:lnTo>
                  <a:pt x="0" y="0"/>
                </a:lnTo>
                <a:lnTo>
                  <a:pt x="0" y="3545308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2906917">
            <a:off x="-1043809" y="-5028585"/>
            <a:ext cx="7200502" cy="8229600"/>
          </a:xfrm>
          <a:custGeom>
            <a:avLst/>
            <a:gdLst/>
            <a:ahLst/>
            <a:cxnLst/>
            <a:rect r="r" b="b" t="t" l="l"/>
            <a:pathLst>
              <a:path h="8229600" w="7200502">
                <a:moveTo>
                  <a:pt x="0" y="0"/>
                </a:moveTo>
                <a:lnTo>
                  <a:pt x="7200502" y="0"/>
                </a:lnTo>
                <a:lnTo>
                  <a:pt x="720050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-1935087" y="-743954"/>
            <a:ext cx="11079087" cy="3545308"/>
          </a:xfrm>
          <a:custGeom>
            <a:avLst/>
            <a:gdLst/>
            <a:ahLst/>
            <a:cxnLst/>
            <a:rect r="r" b="b" t="t" l="l"/>
            <a:pathLst>
              <a:path h="3545308" w="11079087">
                <a:moveTo>
                  <a:pt x="0" y="0"/>
                </a:moveTo>
                <a:lnTo>
                  <a:pt x="11079087" y="0"/>
                </a:lnTo>
                <a:lnTo>
                  <a:pt x="11079087" y="3545308"/>
                </a:lnTo>
                <a:lnTo>
                  <a:pt x="0" y="35453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-405188" y="2018298"/>
            <a:ext cx="1433888" cy="1265406"/>
          </a:xfrm>
          <a:custGeom>
            <a:avLst/>
            <a:gdLst/>
            <a:ahLst/>
            <a:cxnLst/>
            <a:rect r="r" b="b" t="t" l="l"/>
            <a:pathLst>
              <a:path h="1265406" w="1433888">
                <a:moveTo>
                  <a:pt x="0" y="0"/>
                </a:moveTo>
                <a:lnTo>
                  <a:pt x="1433888" y="0"/>
                </a:lnTo>
                <a:lnTo>
                  <a:pt x="1433888" y="1265406"/>
                </a:lnTo>
                <a:lnTo>
                  <a:pt x="0" y="12654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-2473926">
            <a:off x="-496154" y="9477355"/>
            <a:ext cx="2325515" cy="598820"/>
          </a:xfrm>
          <a:custGeom>
            <a:avLst/>
            <a:gdLst/>
            <a:ahLst/>
            <a:cxnLst/>
            <a:rect r="r" b="b" t="t" l="l"/>
            <a:pathLst>
              <a:path h="598820" w="2325515">
                <a:moveTo>
                  <a:pt x="0" y="0"/>
                </a:moveTo>
                <a:lnTo>
                  <a:pt x="2325515" y="0"/>
                </a:lnTo>
                <a:lnTo>
                  <a:pt x="2325515" y="598820"/>
                </a:lnTo>
                <a:lnTo>
                  <a:pt x="0" y="59882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323603">
            <a:off x="17869630" y="1963448"/>
            <a:ext cx="710251" cy="892756"/>
          </a:xfrm>
          <a:custGeom>
            <a:avLst/>
            <a:gdLst/>
            <a:ahLst/>
            <a:cxnLst/>
            <a:rect r="r" b="b" t="t" l="l"/>
            <a:pathLst>
              <a:path h="892756" w="710251">
                <a:moveTo>
                  <a:pt x="0" y="0"/>
                </a:moveTo>
                <a:lnTo>
                  <a:pt x="710251" y="0"/>
                </a:lnTo>
                <a:lnTo>
                  <a:pt x="710251" y="892756"/>
                </a:lnTo>
                <a:lnTo>
                  <a:pt x="0" y="89275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127975" t="-28590" r="-17420" b="-104172"/>
            </a:stretch>
          </a:blipFill>
        </p:spPr>
      </p:sp>
      <p:sp>
        <p:nvSpPr>
          <p:cNvPr name="Freeform 33" id="33"/>
          <p:cNvSpPr/>
          <p:nvPr/>
        </p:nvSpPr>
        <p:spPr>
          <a:xfrm flipH="true" flipV="false" rot="-873099">
            <a:off x="17115237" y="242182"/>
            <a:ext cx="1428017" cy="1622746"/>
          </a:xfrm>
          <a:custGeom>
            <a:avLst/>
            <a:gdLst/>
            <a:ahLst/>
            <a:cxnLst/>
            <a:rect r="r" b="b" t="t" l="l"/>
            <a:pathLst>
              <a:path h="1622746" w="1428017">
                <a:moveTo>
                  <a:pt x="1428017" y="0"/>
                </a:moveTo>
                <a:lnTo>
                  <a:pt x="0" y="0"/>
                </a:lnTo>
                <a:lnTo>
                  <a:pt x="0" y="1622747"/>
                </a:lnTo>
                <a:lnTo>
                  <a:pt x="1428017" y="1622747"/>
                </a:lnTo>
                <a:lnTo>
                  <a:pt x="1428017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4576762" y="1475373"/>
            <a:ext cx="9573961" cy="1391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true">
                <a:solidFill>
                  <a:srgbClr val="485B90"/>
                </a:solidFill>
                <a:latin typeface="Cakerolli Ultra-Bold"/>
                <a:ea typeface="Cakerolli Ultra-Bold"/>
                <a:cs typeface="Cakerolli Ultra-Bold"/>
                <a:sym typeface="Cakerolli Ultra-Bold"/>
              </a:rPr>
              <a:t>Benefits of Digital Marketing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7523622" y="4016409"/>
            <a:ext cx="3175459" cy="3461881"/>
            <a:chOff x="0" y="0"/>
            <a:chExt cx="4233945" cy="461584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450874" y="0"/>
              <a:ext cx="1332197" cy="1713437"/>
            </a:xfrm>
            <a:custGeom>
              <a:avLst/>
              <a:gdLst/>
              <a:ahLst/>
              <a:cxnLst/>
              <a:rect r="r" b="b" t="t" l="l"/>
              <a:pathLst>
                <a:path h="1713437" w="1332197">
                  <a:moveTo>
                    <a:pt x="0" y="0"/>
                  </a:moveTo>
                  <a:lnTo>
                    <a:pt x="1332197" y="0"/>
                  </a:lnTo>
                  <a:lnTo>
                    <a:pt x="1332197" y="1713437"/>
                  </a:lnTo>
                  <a:lnTo>
                    <a:pt x="0" y="17134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 rot="0">
              <a:off x="0" y="2806938"/>
              <a:ext cx="4233945" cy="18089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FFFFFF"/>
                  </a:solidFill>
                  <a:latin typeface="Cakerolli"/>
                  <a:ea typeface="Cakerolli"/>
                  <a:cs typeface="Cakerolli"/>
                  <a:sym typeface="Cakerolli"/>
                </a:rPr>
                <a:t> Accurate targeting 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0712308" y="3992287"/>
            <a:ext cx="3089979" cy="3486003"/>
            <a:chOff x="0" y="0"/>
            <a:chExt cx="4119972" cy="464800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434582" y="0"/>
              <a:ext cx="1250809" cy="1713437"/>
            </a:xfrm>
            <a:custGeom>
              <a:avLst/>
              <a:gdLst/>
              <a:ahLst/>
              <a:cxnLst/>
              <a:rect r="r" b="b" t="t" l="l"/>
              <a:pathLst>
                <a:path h="1713437" w="1250809">
                  <a:moveTo>
                    <a:pt x="0" y="0"/>
                  </a:moveTo>
                  <a:lnTo>
                    <a:pt x="1250808" y="0"/>
                  </a:lnTo>
                  <a:lnTo>
                    <a:pt x="1250808" y="1713437"/>
                  </a:lnTo>
                  <a:lnTo>
                    <a:pt x="0" y="17134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 rot="0">
              <a:off x="0" y="2839101"/>
              <a:ext cx="4119972" cy="18089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2D2A29"/>
                  </a:solidFill>
                  <a:latin typeface="Cakerolli"/>
                  <a:ea typeface="Cakerolli"/>
                  <a:cs typeface="Cakerolli"/>
                  <a:sym typeface="Cakerolli"/>
                </a:rPr>
                <a:t>Measurable results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431893" y="4039261"/>
            <a:ext cx="3062151" cy="3439029"/>
            <a:chOff x="0" y="0"/>
            <a:chExt cx="4082868" cy="458537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480315" y="0"/>
              <a:ext cx="933823" cy="1713437"/>
            </a:xfrm>
            <a:custGeom>
              <a:avLst/>
              <a:gdLst/>
              <a:ahLst/>
              <a:cxnLst/>
              <a:rect r="r" b="b" t="t" l="l"/>
              <a:pathLst>
                <a:path h="1713437" w="933823">
                  <a:moveTo>
                    <a:pt x="0" y="0"/>
                  </a:moveTo>
                  <a:lnTo>
                    <a:pt x="933823" y="0"/>
                  </a:lnTo>
                  <a:lnTo>
                    <a:pt x="933823" y="1713437"/>
                  </a:lnTo>
                  <a:lnTo>
                    <a:pt x="0" y="17134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 rot="0">
              <a:off x="0" y="2776468"/>
              <a:ext cx="4082868" cy="18089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2D2A29"/>
                  </a:solidFill>
                  <a:latin typeface="Cakerolli"/>
                  <a:ea typeface="Cakerolli"/>
                  <a:cs typeface="Cakerolli"/>
                  <a:sym typeface="Cakerolli"/>
                </a:rPr>
                <a:t>Wider audience reach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5102271" y="3992287"/>
            <a:ext cx="2305722" cy="3486003"/>
            <a:chOff x="0" y="0"/>
            <a:chExt cx="3074296" cy="464800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996345" y="0"/>
              <a:ext cx="1081607" cy="1713437"/>
            </a:xfrm>
            <a:custGeom>
              <a:avLst/>
              <a:gdLst/>
              <a:ahLst/>
              <a:cxnLst/>
              <a:rect r="r" b="b" t="t" l="l"/>
              <a:pathLst>
                <a:path h="1713437" w="1081607">
                  <a:moveTo>
                    <a:pt x="0" y="0"/>
                  </a:moveTo>
                  <a:lnTo>
                    <a:pt x="1081606" y="0"/>
                  </a:lnTo>
                  <a:lnTo>
                    <a:pt x="1081606" y="1713437"/>
                  </a:lnTo>
                  <a:lnTo>
                    <a:pt x="0" y="17134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 rot="0">
              <a:off x="0" y="2839101"/>
              <a:ext cx="3074296" cy="18089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FFFFFF"/>
                  </a:solidFill>
                  <a:latin typeface="Cakerolli"/>
                  <a:ea typeface="Cakerolli"/>
                  <a:cs typeface="Cakerolli"/>
                  <a:sym typeface="Cakerolli"/>
                </a:rPr>
                <a:t>Cost efficiency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3527003" y="4018257"/>
            <a:ext cx="3596666" cy="4060108"/>
            <a:chOff x="0" y="0"/>
            <a:chExt cx="4795554" cy="5413477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835556" y="0"/>
              <a:ext cx="1124443" cy="1713437"/>
            </a:xfrm>
            <a:custGeom>
              <a:avLst/>
              <a:gdLst/>
              <a:ahLst/>
              <a:cxnLst/>
              <a:rect r="r" b="b" t="t" l="l"/>
              <a:pathLst>
                <a:path h="1713437" w="1124443">
                  <a:moveTo>
                    <a:pt x="0" y="0"/>
                  </a:moveTo>
                  <a:lnTo>
                    <a:pt x="1124442" y="0"/>
                  </a:lnTo>
                  <a:lnTo>
                    <a:pt x="1124442" y="1713437"/>
                  </a:lnTo>
                  <a:lnTo>
                    <a:pt x="0" y="17134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 rot="0">
              <a:off x="0" y="2804474"/>
              <a:ext cx="4795554" cy="26090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2D2A29"/>
                  </a:solidFill>
                  <a:latin typeface="Cakerolli"/>
                  <a:ea typeface="Cakerolli"/>
                  <a:cs typeface="Cakerolli"/>
                  <a:sym typeface="Cakerolli"/>
                </a:rPr>
                <a:t>Enhanced interactive interactions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A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62541" y="584106"/>
            <a:ext cx="3741519" cy="2053159"/>
          </a:xfrm>
          <a:custGeom>
            <a:avLst/>
            <a:gdLst/>
            <a:ahLst/>
            <a:cxnLst/>
            <a:rect r="r" b="b" t="t" l="l"/>
            <a:pathLst>
              <a:path h="2053159" w="3741519">
                <a:moveTo>
                  <a:pt x="0" y="0"/>
                </a:moveTo>
                <a:lnTo>
                  <a:pt x="3741520" y="0"/>
                </a:lnTo>
                <a:lnTo>
                  <a:pt x="3741520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271622" y="584106"/>
            <a:ext cx="3741519" cy="2053159"/>
          </a:xfrm>
          <a:custGeom>
            <a:avLst/>
            <a:gdLst/>
            <a:ahLst/>
            <a:cxnLst/>
            <a:rect r="r" b="b" t="t" l="l"/>
            <a:pathLst>
              <a:path h="2053159" w="3741519">
                <a:moveTo>
                  <a:pt x="0" y="0"/>
                </a:moveTo>
                <a:lnTo>
                  <a:pt x="3741519" y="0"/>
                </a:lnTo>
                <a:lnTo>
                  <a:pt x="3741519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277781" y="584106"/>
            <a:ext cx="3741519" cy="2053159"/>
          </a:xfrm>
          <a:custGeom>
            <a:avLst/>
            <a:gdLst/>
            <a:ahLst/>
            <a:cxnLst/>
            <a:rect r="r" b="b" t="t" l="l"/>
            <a:pathLst>
              <a:path h="2053159" w="3741519">
                <a:moveTo>
                  <a:pt x="0" y="0"/>
                </a:moveTo>
                <a:lnTo>
                  <a:pt x="3741519" y="0"/>
                </a:lnTo>
                <a:lnTo>
                  <a:pt x="3741519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283939" y="584106"/>
            <a:ext cx="3741519" cy="2053159"/>
          </a:xfrm>
          <a:custGeom>
            <a:avLst/>
            <a:gdLst/>
            <a:ahLst/>
            <a:cxnLst/>
            <a:rect r="r" b="b" t="t" l="l"/>
            <a:pathLst>
              <a:path h="2053159" w="3741519">
                <a:moveTo>
                  <a:pt x="0" y="0"/>
                </a:moveTo>
                <a:lnTo>
                  <a:pt x="3741520" y="0"/>
                </a:lnTo>
                <a:lnTo>
                  <a:pt x="3741520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62541" y="2954222"/>
            <a:ext cx="3741519" cy="2053159"/>
          </a:xfrm>
          <a:custGeom>
            <a:avLst/>
            <a:gdLst/>
            <a:ahLst/>
            <a:cxnLst/>
            <a:rect r="r" b="b" t="t" l="l"/>
            <a:pathLst>
              <a:path h="2053159" w="3741519">
                <a:moveTo>
                  <a:pt x="0" y="0"/>
                </a:moveTo>
                <a:lnTo>
                  <a:pt x="3741520" y="0"/>
                </a:lnTo>
                <a:lnTo>
                  <a:pt x="3741520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271622" y="2954222"/>
            <a:ext cx="3741519" cy="2053159"/>
          </a:xfrm>
          <a:custGeom>
            <a:avLst/>
            <a:gdLst/>
            <a:ahLst/>
            <a:cxnLst/>
            <a:rect r="r" b="b" t="t" l="l"/>
            <a:pathLst>
              <a:path h="2053159" w="3741519">
                <a:moveTo>
                  <a:pt x="0" y="0"/>
                </a:moveTo>
                <a:lnTo>
                  <a:pt x="3741519" y="0"/>
                </a:lnTo>
                <a:lnTo>
                  <a:pt x="3741519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277781" y="2954222"/>
            <a:ext cx="3741519" cy="2053159"/>
          </a:xfrm>
          <a:custGeom>
            <a:avLst/>
            <a:gdLst/>
            <a:ahLst/>
            <a:cxnLst/>
            <a:rect r="r" b="b" t="t" l="l"/>
            <a:pathLst>
              <a:path h="2053159" w="3741519">
                <a:moveTo>
                  <a:pt x="0" y="0"/>
                </a:moveTo>
                <a:lnTo>
                  <a:pt x="3741519" y="0"/>
                </a:lnTo>
                <a:lnTo>
                  <a:pt x="3741519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283939" y="2954222"/>
            <a:ext cx="3741519" cy="2053159"/>
          </a:xfrm>
          <a:custGeom>
            <a:avLst/>
            <a:gdLst/>
            <a:ahLst/>
            <a:cxnLst/>
            <a:rect r="r" b="b" t="t" l="l"/>
            <a:pathLst>
              <a:path h="2053159" w="3741519">
                <a:moveTo>
                  <a:pt x="0" y="0"/>
                </a:moveTo>
                <a:lnTo>
                  <a:pt x="3741520" y="0"/>
                </a:lnTo>
                <a:lnTo>
                  <a:pt x="3741520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62541" y="5301979"/>
            <a:ext cx="3741519" cy="2053159"/>
          </a:xfrm>
          <a:custGeom>
            <a:avLst/>
            <a:gdLst/>
            <a:ahLst/>
            <a:cxnLst/>
            <a:rect r="r" b="b" t="t" l="l"/>
            <a:pathLst>
              <a:path h="2053159" w="3741519">
                <a:moveTo>
                  <a:pt x="0" y="0"/>
                </a:moveTo>
                <a:lnTo>
                  <a:pt x="3741520" y="0"/>
                </a:lnTo>
                <a:lnTo>
                  <a:pt x="3741520" y="2053158"/>
                </a:lnTo>
                <a:lnTo>
                  <a:pt x="0" y="20531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271622" y="5301979"/>
            <a:ext cx="3741519" cy="2053159"/>
          </a:xfrm>
          <a:custGeom>
            <a:avLst/>
            <a:gdLst/>
            <a:ahLst/>
            <a:cxnLst/>
            <a:rect r="r" b="b" t="t" l="l"/>
            <a:pathLst>
              <a:path h="2053159" w="3741519">
                <a:moveTo>
                  <a:pt x="0" y="0"/>
                </a:moveTo>
                <a:lnTo>
                  <a:pt x="3741519" y="0"/>
                </a:lnTo>
                <a:lnTo>
                  <a:pt x="3741519" y="2053158"/>
                </a:lnTo>
                <a:lnTo>
                  <a:pt x="0" y="20531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277781" y="5301979"/>
            <a:ext cx="3741519" cy="2053159"/>
          </a:xfrm>
          <a:custGeom>
            <a:avLst/>
            <a:gdLst/>
            <a:ahLst/>
            <a:cxnLst/>
            <a:rect r="r" b="b" t="t" l="l"/>
            <a:pathLst>
              <a:path h="2053159" w="3741519">
                <a:moveTo>
                  <a:pt x="0" y="0"/>
                </a:moveTo>
                <a:lnTo>
                  <a:pt x="3741519" y="0"/>
                </a:lnTo>
                <a:lnTo>
                  <a:pt x="3741519" y="2053158"/>
                </a:lnTo>
                <a:lnTo>
                  <a:pt x="0" y="20531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3283939" y="5301979"/>
            <a:ext cx="3741519" cy="2053159"/>
          </a:xfrm>
          <a:custGeom>
            <a:avLst/>
            <a:gdLst/>
            <a:ahLst/>
            <a:cxnLst/>
            <a:rect r="r" b="b" t="t" l="l"/>
            <a:pathLst>
              <a:path h="2053159" w="3741519">
                <a:moveTo>
                  <a:pt x="0" y="0"/>
                </a:moveTo>
                <a:lnTo>
                  <a:pt x="3741520" y="0"/>
                </a:lnTo>
                <a:lnTo>
                  <a:pt x="3741520" y="2053158"/>
                </a:lnTo>
                <a:lnTo>
                  <a:pt x="0" y="20531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262541" y="7649735"/>
            <a:ext cx="3741519" cy="2053159"/>
          </a:xfrm>
          <a:custGeom>
            <a:avLst/>
            <a:gdLst/>
            <a:ahLst/>
            <a:cxnLst/>
            <a:rect r="r" b="b" t="t" l="l"/>
            <a:pathLst>
              <a:path h="2053159" w="3741519">
                <a:moveTo>
                  <a:pt x="0" y="0"/>
                </a:moveTo>
                <a:lnTo>
                  <a:pt x="3741520" y="0"/>
                </a:lnTo>
                <a:lnTo>
                  <a:pt x="3741520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5271622" y="7649735"/>
            <a:ext cx="3741519" cy="2053159"/>
          </a:xfrm>
          <a:custGeom>
            <a:avLst/>
            <a:gdLst/>
            <a:ahLst/>
            <a:cxnLst/>
            <a:rect r="r" b="b" t="t" l="l"/>
            <a:pathLst>
              <a:path h="2053159" w="3741519">
                <a:moveTo>
                  <a:pt x="0" y="0"/>
                </a:moveTo>
                <a:lnTo>
                  <a:pt x="3741519" y="0"/>
                </a:lnTo>
                <a:lnTo>
                  <a:pt x="3741519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9277781" y="7649735"/>
            <a:ext cx="3741519" cy="2053159"/>
          </a:xfrm>
          <a:custGeom>
            <a:avLst/>
            <a:gdLst/>
            <a:ahLst/>
            <a:cxnLst/>
            <a:rect r="r" b="b" t="t" l="l"/>
            <a:pathLst>
              <a:path h="2053159" w="3741519">
                <a:moveTo>
                  <a:pt x="0" y="0"/>
                </a:moveTo>
                <a:lnTo>
                  <a:pt x="3741519" y="0"/>
                </a:lnTo>
                <a:lnTo>
                  <a:pt x="3741519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3283939" y="7649735"/>
            <a:ext cx="3741519" cy="2053159"/>
          </a:xfrm>
          <a:custGeom>
            <a:avLst/>
            <a:gdLst/>
            <a:ahLst/>
            <a:cxnLst/>
            <a:rect r="r" b="b" t="t" l="l"/>
            <a:pathLst>
              <a:path h="2053159" w="3741519">
                <a:moveTo>
                  <a:pt x="0" y="0"/>
                </a:moveTo>
                <a:lnTo>
                  <a:pt x="3741520" y="0"/>
                </a:lnTo>
                <a:lnTo>
                  <a:pt x="3741520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358401" y="584106"/>
            <a:ext cx="608866" cy="2053159"/>
          </a:xfrm>
          <a:custGeom>
            <a:avLst/>
            <a:gdLst/>
            <a:ahLst/>
            <a:cxnLst/>
            <a:rect r="r" b="b" t="t" l="l"/>
            <a:pathLst>
              <a:path h="2053159" w="608866">
                <a:moveTo>
                  <a:pt x="0" y="0"/>
                </a:moveTo>
                <a:lnTo>
                  <a:pt x="608865" y="0"/>
                </a:lnTo>
                <a:lnTo>
                  <a:pt x="608865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14506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358401" y="2954222"/>
            <a:ext cx="608866" cy="2053159"/>
          </a:xfrm>
          <a:custGeom>
            <a:avLst/>
            <a:gdLst/>
            <a:ahLst/>
            <a:cxnLst/>
            <a:rect r="r" b="b" t="t" l="l"/>
            <a:pathLst>
              <a:path h="2053159" w="608866">
                <a:moveTo>
                  <a:pt x="0" y="0"/>
                </a:moveTo>
                <a:lnTo>
                  <a:pt x="608865" y="0"/>
                </a:lnTo>
                <a:lnTo>
                  <a:pt x="608865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14506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358401" y="5324339"/>
            <a:ext cx="608866" cy="2053159"/>
          </a:xfrm>
          <a:custGeom>
            <a:avLst/>
            <a:gdLst/>
            <a:ahLst/>
            <a:cxnLst/>
            <a:rect r="r" b="b" t="t" l="l"/>
            <a:pathLst>
              <a:path h="2053159" w="608866">
                <a:moveTo>
                  <a:pt x="0" y="0"/>
                </a:moveTo>
                <a:lnTo>
                  <a:pt x="608865" y="0"/>
                </a:lnTo>
                <a:lnTo>
                  <a:pt x="608865" y="2053158"/>
                </a:lnTo>
                <a:lnTo>
                  <a:pt x="0" y="20531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14506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358401" y="7694455"/>
            <a:ext cx="608866" cy="2053159"/>
          </a:xfrm>
          <a:custGeom>
            <a:avLst/>
            <a:gdLst/>
            <a:ahLst/>
            <a:cxnLst/>
            <a:rect r="r" b="b" t="t" l="l"/>
            <a:pathLst>
              <a:path h="2053159" w="608866">
                <a:moveTo>
                  <a:pt x="0" y="0"/>
                </a:moveTo>
                <a:lnTo>
                  <a:pt x="608865" y="0"/>
                </a:lnTo>
                <a:lnTo>
                  <a:pt x="608865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14506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7292159" y="584106"/>
            <a:ext cx="608866" cy="2053159"/>
          </a:xfrm>
          <a:custGeom>
            <a:avLst/>
            <a:gdLst/>
            <a:ahLst/>
            <a:cxnLst/>
            <a:rect r="r" b="b" t="t" l="l"/>
            <a:pathLst>
              <a:path h="2053159" w="608866">
                <a:moveTo>
                  <a:pt x="0" y="0"/>
                </a:moveTo>
                <a:lnTo>
                  <a:pt x="608865" y="0"/>
                </a:lnTo>
                <a:lnTo>
                  <a:pt x="608865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14506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7292159" y="2954222"/>
            <a:ext cx="608866" cy="2053159"/>
          </a:xfrm>
          <a:custGeom>
            <a:avLst/>
            <a:gdLst/>
            <a:ahLst/>
            <a:cxnLst/>
            <a:rect r="r" b="b" t="t" l="l"/>
            <a:pathLst>
              <a:path h="2053159" w="608866">
                <a:moveTo>
                  <a:pt x="0" y="0"/>
                </a:moveTo>
                <a:lnTo>
                  <a:pt x="608865" y="0"/>
                </a:lnTo>
                <a:lnTo>
                  <a:pt x="608865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14506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7292159" y="5324339"/>
            <a:ext cx="608866" cy="2053159"/>
          </a:xfrm>
          <a:custGeom>
            <a:avLst/>
            <a:gdLst/>
            <a:ahLst/>
            <a:cxnLst/>
            <a:rect r="r" b="b" t="t" l="l"/>
            <a:pathLst>
              <a:path h="2053159" w="608866">
                <a:moveTo>
                  <a:pt x="0" y="0"/>
                </a:moveTo>
                <a:lnTo>
                  <a:pt x="608865" y="0"/>
                </a:lnTo>
                <a:lnTo>
                  <a:pt x="608865" y="2053158"/>
                </a:lnTo>
                <a:lnTo>
                  <a:pt x="0" y="20531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14506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7292159" y="7694455"/>
            <a:ext cx="608866" cy="2053159"/>
          </a:xfrm>
          <a:custGeom>
            <a:avLst/>
            <a:gdLst/>
            <a:ahLst/>
            <a:cxnLst/>
            <a:rect r="r" b="b" t="t" l="l"/>
            <a:pathLst>
              <a:path h="2053159" w="608866">
                <a:moveTo>
                  <a:pt x="0" y="0"/>
                </a:moveTo>
                <a:lnTo>
                  <a:pt x="608865" y="0"/>
                </a:lnTo>
                <a:lnTo>
                  <a:pt x="608865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14506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5260471">
            <a:off x="12980376" y="7972525"/>
            <a:ext cx="7200502" cy="8229600"/>
          </a:xfrm>
          <a:custGeom>
            <a:avLst/>
            <a:gdLst/>
            <a:ahLst/>
            <a:cxnLst/>
            <a:rect r="r" b="b" t="t" l="l"/>
            <a:pathLst>
              <a:path h="8229600" w="7200502">
                <a:moveTo>
                  <a:pt x="0" y="0"/>
                </a:moveTo>
                <a:lnTo>
                  <a:pt x="7200502" y="0"/>
                </a:lnTo>
                <a:lnTo>
                  <a:pt x="720050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true" rot="-1932924">
            <a:off x="8611180" y="8004111"/>
            <a:ext cx="11079087" cy="3545308"/>
          </a:xfrm>
          <a:custGeom>
            <a:avLst/>
            <a:gdLst/>
            <a:ahLst/>
            <a:cxnLst/>
            <a:rect r="r" b="b" t="t" l="l"/>
            <a:pathLst>
              <a:path h="3545308" w="11079087">
                <a:moveTo>
                  <a:pt x="0" y="3545308"/>
                </a:moveTo>
                <a:lnTo>
                  <a:pt x="11079087" y="3545308"/>
                </a:lnTo>
                <a:lnTo>
                  <a:pt x="11079087" y="0"/>
                </a:lnTo>
                <a:lnTo>
                  <a:pt x="0" y="0"/>
                </a:lnTo>
                <a:lnTo>
                  <a:pt x="0" y="3545308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2906917">
            <a:off x="-1043809" y="-5028585"/>
            <a:ext cx="7200502" cy="8229600"/>
          </a:xfrm>
          <a:custGeom>
            <a:avLst/>
            <a:gdLst/>
            <a:ahLst/>
            <a:cxnLst/>
            <a:rect r="r" b="b" t="t" l="l"/>
            <a:pathLst>
              <a:path h="8229600" w="7200502">
                <a:moveTo>
                  <a:pt x="0" y="0"/>
                </a:moveTo>
                <a:lnTo>
                  <a:pt x="7200502" y="0"/>
                </a:lnTo>
                <a:lnTo>
                  <a:pt x="720050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-1935087" y="-743954"/>
            <a:ext cx="11079087" cy="3545308"/>
          </a:xfrm>
          <a:custGeom>
            <a:avLst/>
            <a:gdLst/>
            <a:ahLst/>
            <a:cxnLst/>
            <a:rect r="r" b="b" t="t" l="l"/>
            <a:pathLst>
              <a:path h="3545308" w="11079087">
                <a:moveTo>
                  <a:pt x="0" y="0"/>
                </a:moveTo>
                <a:lnTo>
                  <a:pt x="11079087" y="0"/>
                </a:lnTo>
                <a:lnTo>
                  <a:pt x="11079087" y="3545308"/>
                </a:lnTo>
                <a:lnTo>
                  <a:pt x="0" y="35453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-405188" y="2018298"/>
            <a:ext cx="1433888" cy="1265406"/>
          </a:xfrm>
          <a:custGeom>
            <a:avLst/>
            <a:gdLst/>
            <a:ahLst/>
            <a:cxnLst/>
            <a:rect r="r" b="b" t="t" l="l"/>
            <a:pathLst>
              <a:path h="1265406" w="1433888">
                <a:moveTo>
                  <a:pt x="0" y="0"/>
                </a:moveTo>
                <a:lnTo>
                  <a:pt x="1433888" y="0"/>
                </a:lnTo>
                <a:lnTo>
                  <a:pt x="1433888" y="1265406"/>
                </a:lnTo>
                <a:lnTo>
                  <a:pt x="0" y="12654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-2473926">
            <a:off x="-496154" y="9477355"/>
            <a:ext cx="2325515" cy="598820"/>
          </a:xfrm>
          <a:custGeom>
            <a:avLst/>
            <a:gdLst/>
            <a:ahLst/>
            <a:cxnLst/>
            <a:rect r="r" b="b" t="t" l="l"/>
            <a:pathLst>
              <a:path h="598820" w="2325515">
                <a:moveTo>
                  <a:pt x="0" y="0"/>
                </a:moveTo>
                <a:lnTo>
                  <a:pt x="2325515" y="0"/>
                </a:lnTo>
                <a:lnTo>
                  <a:pt x="2325515" y="598820"/>
                </a:lnTo>
                <a:lnTo>
                  <a:pt x="0" y="59882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323603">
            <a:off x="17869630" y="1963448"/>
            <a:ext cx="710251" cy="892756"/>
          </a:xfrm>
          <a:custGeom>
            <a:avLst/>
            <a:gdLst/>
            <a:ahLst/>
            <a:cxnLst/>
            <a:rect r="r" b="b" t="t" l="l"/>
            <a:pathLst>
              <a:path h="892756" w="710251">
                <a:moveTo>
                  <a:pt x="0" y="0"/>
                </a:moveTo>
                <a:lnTo>
                  <a:pt x="710251" y="0"/>
                </a:lnTo>
                <a:lnTo>
                  <a:pt x="710251" y="892756"/>
                </a:lnTo>
                <a:lnTo>
                  <a:pt x="0" y="89275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127975" t="-28590" r="-17420" b="-104172"/>
            </a:stretch>
          </a:blipFill>
        </p:spPr>
      </p:sp>
      <p:sp>
        <p:nvSpPr>
          <p:cNvPr name="Freeform 33" id="33"/>
          <p:cNvSpPr/>
          <p:nvPr/>
        </p:nvSpPr>
        <p:spPr>
          <a:xfrm flipH="true" flipV="false" rot="-873099">
            <a:off x="17115237" y="242182"/>
            <a:ext cx="1428017" cy="1622746"/>
          </a:xfrm>
          <a:custGeom>
            <a:avLst/>
            <a:gdLst/>
            <a:ahLst/>
            <a:cxnLst/>
            <a:rect r="r" b="b" t="t" l="l"/>
            <a:pathLst>
              <a:path h="1622746" w="1428017">
                <a:moveTo>
                  <a:pt x="1428017" y="0"/>
                </a:moveTo>
                <a:lnTo>
                  <a:pt x="0" y="0"/>
                </a:lnTo>
                <a:lnTo>
                  <a:pt x="0" y="1622747"/>
                </a:lnTo>
                <a:lnTo>
                  <a:pt x="1428017" y="1622747"/>
                </a:lnTo>
                <a:lnTo>
                  <a:pt x="1428017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3096691" y="3674760"/>
            <a:ext cx="3667264" cy="2340381"/>
          </a:xfrm>
          <a:custGeom>
            <a:avLst/>
            <a:gdLst/>
            <a:ahLst/>
            <a:cxnLst/>
            <a:rect r="r" b="b" t="t" l="l"/>
            <a:pathLst>
              <a:path h="2340381" w="3667264">
                <a:moveTo>
                  <a:pt x="0" y="0"/>
                </a:moveTo>
                <a:lnTo>
                  <a:pt x="3667264" y="0"/>
                </a:lnTo>
                <a:lnTo>
                  <a:pt x="3667264" y="2340381"/>
                </a:lnTo>
                <a:lnTo>
                  <a:pt x="0" y="234038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3635871" y="1475373"/>
            <a:ext cx="11481700" cy="1391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true">
                <a:solidFill>
                  <a:srgbClr val="485B90"/>
                </a:solidFill>
                <a:latin typeface="Cakerolli Ultra-Bold"/>
                <a:ea typeface="Cakerolli Ultra-Bold"/>
                <a:cs typeface="Cakerolli Ultra-Bold"/>
                <a:sym typeface="Cakerolli Ultra-Bold"/>
              </a:rPr>
              <a:t>Main Channels of Digital Marketing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3604457" y="3660193"/>
            <a:ext cx="2648658" cy="2131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87"/>
              </a:lnSpc>
            </a:pPr>
            <a:r>
              <a:rPr lang="en-US" b="true" sz="3079" strike="noStrike" u="none">
                <a:solidFill>
                  <a:srgbClr val="FFFFFF"/>
                </a:solidFill>
                <a:latin typeface="Cakerolli Bold"/>
                <a:ea typeface="Cakerolli Bold"/>
                <a:cs typeface="Cakerolli Bold"/>
                <a:sym typeface="Cakerolli Bold"/>
              </a:rPr>
              <a:t>Website and Search Engine Optimization (SEO)</a:t>
            </a:r>
          </a:p>
        </p:txBody>
      </p:sp>
      <p:sp>
        <p:nvSpPr>
          <p:cNvPr name="Freeform 37" id="37"/>
          <p:cNvSpPr/>
          <p:nvPr/>
        </p:nvSpPr>
        <p:spPr>
          <a:xfrm flipH="false" flipV="false" rot="0">
            <a:off x="7310368" y="3657862"/>
            <a:ext cx="3667264" cy="2340381"/>
          </a:xfrm>
          <a:custGeom>
            <a:avLst/>
            <a:gdLst/>
            <a:ahLst/>
            <a:cxnLst/>
            <a:rect r="r" b="b" t="t" l="l"/>
            <a:pathLst>
              <a:path h="2340381" w="3667264">
                <a:moveTo>
                  <a:pt x="0" y="0"/>
                </a:moveTo>
                <a:lnTo>
                  <a:pt x="3667264" y="0"/>
                </a:lnTo>
                <a:lnTo>
                  <a:pt x="3667264" y="2340381"/>
                </a:lnTo>
                <a:lnTo>
                  <a:pt x="0" y="234038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8" id="38"/>
          <p:cNvSpPr txBox="true"/>
          <p:nvPr/>
        </p:nvSpPr>
        <p:spPr>
          <a:xfrm rot="0">
            <a:off x="7941343" y="3800144"/>
            <a:ext cx="2405314" cy="1919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51"/>
              </a:lnSpc>
            </a:pPr>
            <a:r>
              <a:rPr lang="en-US" sz="3179" b="true">
                <a:solidFill>
                  <a:srgbClr val="FFFFFF"/>
                </a:solidFill>
                <a:latin typeface="Cakerolli Bold"/>
                <a:ea typeface="Cakerolli Bold"/>
                <a:cs typeface="Cakerolli Bold"/>
                <a:sym typeface="Cakerolli Bold"/>
              </a:rPr>
              <a:t>Social Media Marketing (SMM)</a:t>
            </a:r>
          </a:p>
        </p:txBody>
      </p:sp>
      <p:sp>
        <p:nvSpPr>
          <p:cNvPr name="Freeform 39" id="39"/>
          <p:cNvSpPr/>
          <p:nvPr/>
        </p:nvSpPr>
        <p:spPr>
          <a:xfrm flipH="false" flipV="false" rot="0">
            <a:off x="11520557" y="3657862"/>
            <a:ext cx="3667264" cy="2340381"/>
          </a:xfrm>
          <a:custGeom>
            <a:avLst/>
            <a:gdLst/>
            <a:ahLst/>
            <a:cxnLst/>
            <a:rect r="r" b="b" t="t" l="l"/>
            <a:pathLst>
              <a:path h="2340381" w="3667264">
                <a:moveTo>
                  <a:pt x="0" y="0"/>
                </a:moveTo>
                <a:lnTo>
                  <a:pt x="3667264" y="0"/>
                </a:lnTo>
                <a:lnTo>
                  <a:pt x="3667264" y="2340381"/>
                </a:lnTo>
                <a:lnTo>
                  <a:pt x="0" y="2340381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0" id="40"/>
          <p:cNvSpPr txBox="true"/>
          <p:nvPr/>
        </p:nvSpPr>
        <p:spPr>
          <a:xfrm rot="0">
            <a:off x="12396032" y="3992134"/>
            <a:ext cx="1916314" cy="1357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51"/>
              </a:lnSpc>
            </a:pPr>
            <a:r>
              <a:rPr lang="en-US" sz="3179" b="true">
                <a:solidFill>
                  <a:srgbClr val="FFFFFF"/>
                </a:solidFill>
                <a:latin typeface="Cakerolli Bold"/>
                <a:ea typeface="Cakerolli Bold"/>
                <a:cs typeface="Cakerolli Bold"/>
                <a:sym typeface="Cakerolli Bold"/>
              </a:rPr>
              <a:t>Email Marketing</a:t>
            </a:r>
          </a:p>
        </p:txBody>
      </p:sp>
      <p:sp>
        <p:nvSpPr>
          <p:cNvPr name="Freeform 41" id="41"/>
          <p:cNvSpPr/>
          <p:nvPr/>
        </p:nvSpPr>
        <p:spPr>
          <a:xfrm flipH="false" flipV="false" rot="0">
            <a:off x="3096691" y="6380653"/>
            <a:ext cx="3667264" cy="2340381"/>
          </a:xfrm>
          <a:custGeom>
            <a:avLst/>
            <a:gdLst/>
            <a:ahLst/>
            <a:cxnLst/>
            <a:rect r="r" b="b" t="t" l="l"/>
            <a:pathLst>
              <a:path h="2340381" w="3667264">
                <a:moveTo>
                  <a:pt x="0" y="0"/>
                </a:moveTo>
                <a:lnTo>
                  <a:pt x="3667264" y="0"/>
                </a:lnTo>
                <a:lnTo>
                  <a:pt x="3667264" y="2340381"/>
                </a:lnTo>
                <a:lnTo>
                  <a:pt x="0" y="234038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7310368" y="6380653"/>
            <a:ext cx="3667264" cy="2340381"/>
          </a:xfrm>
          <a:custGeom>
            <a:avLst/>
            <a:gdLst/>
            <a:ahLst/>
            <a:cxnLst/>
            <a:rect r="r" b="b" t="t" l="l"/>
            <a:pathLst>
              <a:path h="2340381" w="3667264">
                <a:moveTo>
                  <a:pt x="0" y="0"/>
                </a:moveTo>
                <a:lnTo>
                  <a:pt x="3667264" y="0"/>
                </a:lnTo>
                <a:lnTo>
                  <a:pt x="3667264" y="2340381"/>
                </a:lnTo>
                <a:lnTo>
                  <a:pt x="0" y="2340381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11450308" y="6380653"/>
            <a:ext cx="3667264" cy="2340381"/>
          </a:xfrm>
          <a:custGeom>
            <a:avLst/>
            <a:gdLst/>
            <a:ahLst/>
            <a:cxnLst/>
            <a:rect r="r" b="b" t="t" l="l"/>
            <a:pathLst>
              <a:path h="2340381" w="3667264">
                <a:moveTo>
                  <a:pt x="0" y="0"/>
                </a:moveTo>
                <a:lnTo>
                  <a:pt x="3667263" y="0"/>
                </a:lnTo>
                <a:lnTo>
                  <a:pt x="3667263" y="2340381"/>
                </a:lnTo>
                <a:lnTo>
                  <a:pt x="0" y="234038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4" id="44"/>
          <p:cNvSpPr txBox="true"/>
          <p:nvPr/>
        </p:nvSpPr>
        <p:spPr>
          <a:xfrm rot="0">
            <a:off x="3912000" y="6714925"/>
            <a:ext cx="2036646" cy="1357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51"/>
              </a:lnSpc>
              <a:spcBef>
                <a:spcPct val="0"/>
              </a:spcBef>
            </a:pPr>
            <a:r>
              <a:rPr lang="en-US" b="true" sz="3179" strike="noStrike" u="none">
                <a:solidFill>
                  <a:srgbClr val="FFFFFF"/>
                </a:solidFill>
                <a:latin typeface="Cakerolli Bold"/>
                <a:ea typeface="Cakerolli Bold"/>
                <a:cs typeface="Cakerolli Bold"/>
                <a:sym typeface="Cakerolli Bold"/>
              </a:rPr>
              <a:t>Content Marketing 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8233193" y="6714925"/>
            <a:ext cx="1821615" cy="1357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51"/>
              </a:lnSpc>
            </a:pPr>
            <a:r>
              <a:rPr lang="en-US" sz="3179" b="true">
                <a:solidFill>
                  <a:srgbClr val="FFFFFF"/>
                </a:solidFill>
                <a:latin typeface="Cakerolli Bold"/>
                <a:ea typeface="Cakerolli Bold"/>
                <a:cs typeface="Cakerolli Bold"/>
                <a:sym typeface="Cakerolli Bold"/>
              </a:rPr>
              <a:t>Pay-Per-Click (PPC)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1959610" y="6480292"/>
            <a:ext cx="2648658" cy="1845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11"/>
              </a:lnSpc>
            </a:pPr>
            <a:r>
              <a:rPr lang="en-US" sz="3079" b="true">
                <a:solidFill>
                  <a:srgbClr val="FFFFFF"/>
                </a:solidFill>
                <a:latin typeface="Cakerolli Bold"/>
                <a:ea typeface="Cakerolli Bold"/>
                <a:cs typeface="Cakerolli Bold"/>
                <a:sym typeface="Cakerolli Bold"/>
              </a:rPr>
              <a:t>Advertising Influencer Marketing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A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62541" y="584106"/>
            <a:ext cx="3741519" cy="2053159"/>
          </a:xfrm>
          <a:custGeom>
            <a:avLst/>
            <a:gdLst/>
            <a:ahLst/>
            <a:cxnLst/>
            <a:rect r="r" b="b" t="t" l="l"/>
            <a:pathLst>
              <a:path h="2053159" w="3741519">
                <a:moveTo>
                  <a:pt x="0" y="0"/>
                </a:moveTo>
                <a:lnTo>
                  <a:pt x="3741520" y="0"/>
                </a:lnTo>
                <a:lnTo>
                  <a:pt x="3741520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271622" y="584106"/>
            <a:ext cx="3741519" cy="2053159"/>
          </a:xfrm>
          <a:custGeom>
            <a:avLst/>
            <a:gdLst/>
            <a:ahLst/>
            <a:cxnLst/>
            <a:rect r="r" b="b" t="t" l="l"/>
            <a:pathLst>
              <a:path h="2053159" w="3741519">
                <a:moveTo>
                  <a:pt x="0" y="0"/>
                </a:moveTo>
                <a:lnTo>
                  <a:pt x="3741519" y="0"/>
                </a:lnTo>
                <a:lnTo>
                  <a:pt x="3741519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277781" y="584106"/>
            <a:ext cx="3741519" cy="2053159"/>
          </a:xfrm>
          <a:custGeom>
            <a:avLst/>
            <a:gdLst/>
            <a:ahLst/>
            <a:cxnLst/>
            <a:rect r="r" b="b" t="t" l="l"/>
            <a:pathLst>
              <a:path h="2053159" w="3741519">
                <a:moveTo>
                  <a:pt x="0" y="0"/>
                </a:moveTo>
                <a:lnTo>
                  <a:pt x="3741519" y="0"/>
                </a:lnTo>
                <a:lnTo>
                  <a:pt x="3741519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283939" y="584106"/>
            <a:ext cx="3741519" cy="2053159"/>
          </a:xfrm>
          <a:custGeom>
            <a:avLst/>
            <a:gdLst/>
            <a:ahLst/>
            <a:cxnLst/>
            <a:rect r="r" b="b" t="t" l="l"/>
            <a:pathLst>
              <a:path h="2053159" w="3741519">
                <a:moveTo>
                  <a:pt x="0" y="0"/>
                </a:moveTo>
                <a:lnTo>
                  <a:pt x="3741520" y="0"/>
                </a:lnTo>
                <a:lnTo>
                  <a:pt x="3741520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62541" y="2954222"/>
            <a:ext cx="3741519" cy="2053159"/>
          </a:xfrm>
          <a:custGeom>
            <a:avLst/>
            <a:gdLst/>
            <a:ahLst/>
            <a:cxnLst/>
            <a:rect r="r" b="b" t="t" l="l"/>
            <a:pathLst>
              <a:path h="2053159" w="3741519">
                <a:moveTo>
                  <a:pt x="0" y="0"/>
                </a:moveTo>
                <a:lnTo>
                  <a:pt x="3741520" y="0"/>
                </a:lnTo>
                <a:lnTo>
                  <a:pt x="3741520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271622" y="2954222"/>
            <a:ext cx="3741519" cy="2053159"/>
          </a:xfrm>
          <a:custGeom>
            <a:avLst/>
            <a:gdLst/>
            <a:ahLst/>
            <a:cxnLst/>
            <a:rect r="r" b="b" t="t" l="l"/>
            <a:pathLst>
              <a:path h="2053159" w="3741519">
                <a:moveTo>
                  <a:pt x="0" y="0"/>
                </a:moveTo>
                <a:lnTo>
                  <a:pt x="3741519" y="0"/>
                </a:lnTo>
                <a:lnTo>
                  <a:pt x="3741519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277781" y="2954222"/>
            <a:ext cx="3741519" cy="2053159"/>
          </a:xfrm>
          <a:custGeom>
            <a:avLst/>
            <a:gdLst/>
            <a:ahLst/>
            <a:cxnLst/>
            <a:rect r="r" b="b" t="t" l="l"/>
            <a:pathLst>
              <a:path h="2053159" w="3741519">
                <a:moveTo>
                  <a:pt x="0" y="0"/>
                </a:moveTo>
                <a:lnTo>
                  <a:pt x="3741519" y="0"/>
                </a:lnTo>
                <a:lnTo>
                  <a:pt x="3741519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283939" y="2954222"/>
            <a:ext cx="3741519" cy="2053159"/>
          </a:xfrm>
          <a:custGeom>
            <a:avLst/>
            <a:gdLst/>
            <a:ahLst/>
            <a:cxnLst/>
            <a:rect r="r" b="b" t="t" l="l"/>
            <a:pathLst>
              <a:path h="2053159" w="3741519">
                <a:moveTo>
                  <a:pt x="0" y="0"/>
                </a:moveTo>
                <a:lnTo>
                  <a:pt x="3741520" y="0"/>
                </a:lnTo>
                <a:lnTo>
                  <a:pt x="3741520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62541" y="5301979"/>
            <a:ext cx="3741519" cy="2053159"/>
          </a:xfrm>
          <a:custGeom>
            <a:avLst/>
            <a:gdLst/>
            <a:ahLst/>
            <a:cxnLst/>
            <a:rect r="r" b="b" t="t" l="l"/>
            <a:pathLst>
              <a:path h="2053159" w="3741519">
                <a:moveTo>
                  <a:pt x="0" y="0"/>
                </a:moveTo>
                <a:lnTo>
                  <a:pt x="3741520" y="0"/>
                </a:lnTo>
                <a:lnTo>
                  <a:pt x="3741520" y="2053158"/>
                </a:lnTo>
                <a:lnTo>
                  <a:pt x="0" y="20531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271622" y="5301979"/>
            <a:ext cx="3741519" cy="2053159"/>
          </a:xfrm>
          <a:custGeom>
            <a:avLst/>
            <a:gdLst/>
            <a:ahLst/>
            <a:cxnLst/>
            <a:rect r="r" b="b" t="t" l="l"/>
            <a:pathLst>
              <a:path h="2053159" w="3741519">
                <a:moveTo>
                  <a:pt x="0" y="0"/>
                </a:moveTo>
                <a:lnTo>
                  <a:pt x="3741519" y="0"/>
                </a:lnTo>
                <a:lnTo>
                  <a:pt x="3741519" y="2053158"/>
                </a:lnTo>
                <a:lnTo>
                  <a:pt x="0" y="20531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277781" y="5301979"/>
            <a:ext cx="3741519" cy="2053159"/>
          </a:xfrm>
          <a:custGeom>
            <a:avLst/>
            <a:gdLst/>
            <a:ahLst/>
            <a:cxnLst/>
            <a:rect r="r" b="b" t="t" l="l"/>
            <a:pathLst>
              <a:path h="2053159" w="3741519">
                <a:moveTo>
                  <a:pt x="0" y="0"/>
                </a:moveTo>
                <a:lnTo>
                  <a:pt x="3741519" y="0"/>
                </a:lnTo>
                <a:lnTo>
                  <a:pt x="3741519" y="2053158"/>
                </a:lnTo>
                <a:lnTo>
                  <a:pt x="0" y="20531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3283939" y="5301979"/>
            <a:ext cx="3741519" cy="2053159"/>
          </a:xfrm>
          <a:custGeom>
            <a:avLst/>
            <a:gdLst/>
            <a:ahLst/>
            <a:cxnLst/>
            <a:rect r="r" b="b" t="t" l="l"/>
            <a:pathLst>
              <a:path h="2053159" w="3741519">
                <a:moveTo>
                  <a:pt x="0" y="0"/>
                </a:moveTo>
                <a:lnTo>
                  <a:pt x="3741520" y="0"/>
                </a:lnTo>
                <a:lnTo>
                  <a:pt x="3741520" y="2053158"/>
                </a:lnTo>
                <a:lnTo>
                  <a:pt x="0" y="20531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262541" y="7649735"/>
            <a:ext cx="3741519" cy="2053159"/>
          </a:xfrm>
          <a:custGeom>
            <a:avLst/>
            <a:gdLst/>
            <a:ahLst/>
            <a:cxnLst/>
            <a:rect r="r" b="b" t="t" l="l"/>
            <a:pathLst>
              <a:path h="2053159" w="3741519">
                <a:moveTo>
                  <a:pt x="0" y="0"/>
                </a:moveTo>
                <a:lnTo>
                  <a:pt x="3741520" y="0"/>
                </a:lnTo>
                <a:lnTo>
                  <a:pt x="3741520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5271622" y="7649735"/>
            <a:ext cx="3741519" cy="2053159"/>
          </a:xfrm>
          <a:custGeom>
            <a:avLst/>
            <a:gdLst/>
            <a:ahLst/>
            <a:cxnLst/>
            <a:rect r="r" b="b" t="t" l="l"/>
            <a:pathLst>
              <a:path h="2053159" w="3741519">
                <a:moveTo>
                  <a:pt x="0" y="0"/>
                </a:moveTo>
                <a:lnTo>
                  <a:pt x="3741519" y="0"/>
                </a:lnTo>
                <a:lnTo>
                  <a:pt x="3741519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9277781" y="7649735"/>
            <a:ext cx="3741519" cy="2053159"/>
          </a:xfrm>
          <a:custGeom>
            <a:avLst/>
            <a:gdLst/>
            <a:ahLst/>
            <a:cxnLst/>
            <a:rect r="r" b="b" t="t" l="l"/>
            <a:pathLst>
              <a:path h="2053159" w="3741519">
                <a:moveTo>
                  <a:pt x="0" y="0"/>
                </a:moveTo>
                <a:lnTo>
                  <a:pt x="3741519" y="0"/>
                </a:lnTo>
                <a:lnTo>
                  <a:pt x="3741519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3283939" y="7649735"/>
            <a:ext cx="3741519" cy="2053159"/>
          </a:xfrm>
          <a:custGeom>
            <a:avLst/>
            <a:gdLst/>
            <a:ahLst/>
            <a:cxnLst/>
            <a:rect r="r" b="b" t="t" l="l"/>
            <a:pathLst>
              <a:path h="2053159" w="3741519">
                <a:moveTo>
                  <a:pt x="0" y="0"/>
                </a:moveTo>
                <a:lnTo>
                  <a:pt x="3741520" y="0"/>
                </a:lnTo>
                <a:lnTo>
                  <a:pt x="3741520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358401" y="584106"/>
            <a:ext cx="608866" cy="2053159"/>
          </a:xfrm>
          <a:custGeom>
            <a:avLst/>
            <a:gdLst/>
            <a:ahLst/>
            <a:cxnLst/>
            <a:rect r="r" b="b" t="t" l="l"/>
            <a:pathLst>
              <a:path h="2053159" w="608866">
                <a:moveTo>
                  <a:pt x="0" y="0"/>
                </a:moveTo>
                <a:lnTo>
                  <a:pt x="608865" y="0"/>
                </a:lnTo>
                <a:lnTo>
                  <a:pt x="608865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14506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358401" y="2954222"/>
            <a:ext cx="608866" cy="2053159"/>
          </a:xfrm>
          <a:custGeom>
            <a:avLst/>
            <a:gdLst/>
            <a:ahLst/>
            <a:cxnLst/>
            <a:rect r="r" b="b" t="t" l="l"/>
            <a:pathLst>
              <a:path h="2053159" w="608866">
                <a:moveTo>
                  <a:pt x="0" y="0"/>
                </a:moveTo>
                <a:lnTo>
                  <a:pt x="608865" y="0"/>
                </a:lnTo>
                <a:lnTo>
                  <a:pt x="608865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14506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358401" y="5324339"/>
            <a:ext cx="608866" cy="2053159"/>
          </a:xfrm>
          <a:custGeom>
            <a:avLst/>
            <a:gdLst/>
            <a:ahLst/>
            <a:cxnLst/>
            <a:rect r="r" b="b" t="t" l="l"/>
            <a:pathLst>
              <a:path h="2053159" w="608866">
                <a:moveTo>
                  <a:pt x="0" y="0"/>
                </a:moveTo>
                <a:lnTo>
                  <a:pt x="608865" y="0"/>
                </a:lnTo>
                <a:lnTo>
                  <a:pt x="608865" y="2053158"/>
                </a:lnTo>
                <a:lnTo>
                  <a:pt x="0" y="20531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14506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358401" y="7694455"/>
            <a:ext cx="608866" cy="2053159"/>
          </a:xfrm>
          <a:custGeom>
            <a:avLst/>
            <a:gdLst/>
            <a:ahLst/>
            <a:cxnLst/>
            <a:rect r="r" b="b" t="t" l="l"/>
            <a:pathLst>
              <a:path h="2053159" w="608866">
                <a:moveTo>
                  <a:pt x="0" y="0"/>
                </a:moveTo>
                <a:lnTo>
                  <a:pt x="608865" y="0"/>
                </a:lnTo>
                <a:lnTo>
                  <a:pt x="608865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14506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7292159" y="584106"/>
            <a:ext cx="608866" cy="2053159"/>
          </a:xfrm>
          <a:custGeom>
            <a:avLst/>
            <a:gdLst/>
            <a:ahLst/>
            <a:cxnLst/>
            <a:rect r="r" b="b" t="t" l="l"/>
            <a:pathLst>
              <a:path h="2053159" w="608866">
                <a:moveTo>
                  <a:pt x="0" y="0"/>
                </a:moveTo>
                <a:lnTo>
                  <a:pt x="608865" y="0"/>
                </a:lnTo>
                <a:lnTo>
                  <a:pt x="608865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14506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7292159" y="2954222"/>
            <a:ext cx="608866" cy="2053159"/>
          </a:xfrm>
          <a:custGeom>
            <a:avLst/>
            <a:gdLst/>
            <a:ahLst/>
            <a:cxnLst/>
            <a:rect r="r" b="b" t="t" l="l"/>
            <a:pathLst>
              <a:path h="2053159" w="608866">
                <a:moveTo>
                  <a:pt x="0" y="0"/>
                </a:moveTo>
                <a:lnTo>
                  <a:pt x="608865" y="0"/>
                </a:lnTo>
                <a:lnTo>
                  <a:pt x="608865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14506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7292159" y="5324339"/>
            <a:ext cx="608866" cy="2053159"/>
          </a:xfrm>
          <a:custGeom>
            <a:avLst/>
            <a:gdLst/>
            <a:ahLst/>
            <a:cxnLst/>
            <a:rect r="r" b="b" t="t" l="l"/>
            <a:pathLst>
              <a:path h="2053159" w="608866">
                <a:moveTo>
                  <a:pt x="0" y="0"/>
                </a:moveTo>
                <a:lnTo>
                  <a:pt x="608865" y="0"/>
                </a:lnTo>
                <a:lnTo>
                  <a:pt x="608865" y="2053158"/>
                </a:lnTo>
                <a:lnTo>
                  <a:pt x="0" y="20531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14506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7292159" y="7694455"/>
            <a:ext cx="608866" cy="2053159"/>
          </a:xfrm>
          <a:custGeom>
            <a:avLst/>
            <a:gdLst/>
            <a:ahLst/>
            <a:cxnLst/>
            <a:rect r="r" b="b" t="t" l="l"/>
            <a:pathLst>
              <a:path h="2053159" w="608866">
                <a:moveTo>
                  <a:pt x="0" y="0"/>
                </a:moveTo>
                <a:lnTo>
                  <a:pt x="608865" y="0"/>
                </a:lnTo>
                <a:lnTo>
                  <a:pt x="608865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14506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5260471">
            <a:off x="12980376" y="7972525"/>
            <a:ext cx="7200502" cy="8229600"/>
          </a:xfrm>
          <a:custGeom>
            <a:avLst/>
            <a:gdLst/>
            <a:ahLst/>
            <a:cxnLst/>
            <a:rect r="r" b="b" t="t" l="l"/>
            <a:pathLst>
              <a:path h="8229600" w="7200502">
                <a:moveTo>
                  <a:pt x="0" y="0"/>
                </a:moveTo>
                <a:lnTo>
                  <a:pt x="7200502" y="0"/>
                </a:lnTo>
                <a:lnTo>
                  <a:pt x="720050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true" rot="-1932924">
            <a:off x="8611180" y="8004111"/>
            <a:ext cx="11079087" cy="3545308"/>
          </a:xfrm>
          <a:custGeom>
            <a:avLst/>
            <a:gdLst/>
            <a:ahLst/>
            <a:cxnLst/>
            <a:rect r="r" b="b" t="t" l="l"/>
            <a:pathLst>
              <a:path h="3545308" w="11079087">
                <a:moveTo>
                  <a:pt x="0" y="3545308"/>
                </a:moveTo>
                <a:lnTo>
                  <a:pt x="11079087" y="3545308"/>
                </a:lnTo>
                <a:lnTo>
                  <a:pt x="11079087" y="0"/>
                </a:lnTo>
                <a:lnTo>
                  <a:pt x="0" y="0"/>
                </a:lnTo>
                <a:lnTo>
                  <a:pt x="0" y="3545308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2906917">
            <a:off x="-1043809" y="-5028585"/>
            <a:ext cx="7200502" cy="8229600"/>
          </a:xfrm>
          <a:custGeom>
            <a:avLst/>
            <a:gdLst/>
            <a:ahLst/>
            <a:cxnLst/>
            <a:rect r="r" b="b" t="t" l="l"/>
            <a:pathLst>
              <a:path h="8229600" w="7200502">
                <a:moveTo>
                  <a:pt x="0" y="0"/>
                </a:moveTo>
                <a:lnTo>
                  <a:pt x="7200502" y="0"/>
                </a:lnTo>
                <a:lnTo>
                  <a:pt x="720050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-1935087" y="-743954"/>
            <a:ext cx="11079087" cy="3545308"/>
          </a:xfrm>
          <a:custGeom>
            <a:avLst/>
            <a:gdLst/>
            <a:ahLst/>
            <a:cxnLst/>
            <a:rect r="r" b="b" t="t" l="l"/>
            <a:pathLst>
              <a:path h="3545308" w="11079087">
                <a:moveTo>
                  <a:pt x="0" y="0"/>
                </a:moveTo>
                <a:lnTo>
                  <a:pt x="11079087" y="0"/>
                </a:lnTo>
                <a:lnTo>
                  <a:pt x="11079087" y="3545308"/>
                </a:lnTo>
                <a:lnTo>
                  <a:pt x="0" y="35453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-405188" y="2018298"/>
            <a:ext cx="1433888" cy="1265406"/>
          </a:xfrm>
          <a:custGeom>
            <a:avLst/>
            <a:gdLst/>
            <a:ahLst/>
            <a:cxnLst/>
            <a:rect r="r" b="b" t="t" l="l"/>
            <a:pathLst>
              <a:path h="1265406" w="1433888">
                <a:moveTo>
                  <a:pt x="0" y="0"/>
                </a:moveTo>
                <a:lnTo>
                  <a:pt x="1433888" y="0"/>
                </a:lnTo>
                <a:lnTo>
                  <a:pt x="1433888" y="1265406"/>
                </a:lnTo>
                <a:lnTo>
                  <a:pt x="0" y="12654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-2473926">
            <a:off x="-496154" y="9477355"/>
            <a:ext cx="2325515" cy="598820"/>
          </a:xfrm>
          <a:custGeom>
            <a:avLst/>
            <a:gdLst/>
            <a:ahLst/>
            <a:cxnLst/>
            <a:rect r="r" b="b" t="t" l="l"/>
            <a:pathLst>
              <a:path h="598820" w="2325515">
                <a:moveTo>
                  <a:pt x="0" y="0"/>
                </a:moveTo>
                <a:lnTo>
                  <a:pt x="2325515" y="0"/>
                </a:lnTo>
                <a:lnTo>
                  <a:pt x="2325515" y="598820"/>
                </a:lnTo>
                <a:lnTo>
                  <a:pt x="0" y="59882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323603">
            <a:off x="17869630" y="1963448"/>
            <a:ext cx="710251" cy="892756"/>
          </a:xfrm>
          <a:custGeom>
            <a:avLst/>
            <a:gdLst/>
            <a:ahLst/>
            <a:cxnLst/>
            <a:rect r="r" b="b" t="t" l="l"/>
            <a:pathLst>
              <a:path h="892756" w="710251">
                <a:moveTo>
                  <a:pt x="0" y="0"/>
                </a:moveTo>
                <a:lnTo>
                  <a:pt x="710251" y="0"/>
                </a:lnTo>
                <a:lnTo>
                  <a:pt x="710251" y="892756"/>
                </a:lnTo>
                <a:lnTo>
                  <a:pt x="0" y="89275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127975" t="-28590" r="-17420" b="-104172"/>
            </a:stretch>
          </a:blipFill>
        </p:spPr>
      </p:sp>
      <p:sp>
        <p:nvSpPr>
          <p:cNvPr name="Freeform 33" id="33"/>
          <p:cNvSpPr/>
          <p:nvPr/>
        </p:nvSpPr>
        <p:spPr>
          <a:xfrm flipH="true" flipV="false" rot="-873099">
            <a:off x="17115237" y="242182"/>
            <a:ext cx="1428017" cy="1622746"/>
          </a:xfrm>
          <a:custGeom>
            <a:avLst/>
            <a:gdLst/>
            <a:ahLst/>
            <a:cxnLst/>
            <a:rect r="r" b="b" t="t" l="l"/>
            <a:pathLst>
              <a:path h="1622746" w="1428017">
                <a:moveTo>
                  <a:pt x="1428017" y="0"/>
                </a:moveTo>
                <a:lnTo>
                  <a:pt x="0" y="0"/>
                </a:lnTo>
                <a:lnTo>
                  <a:pt x="0" y="1622747"/>
                </a:lnTo>
                <a:lnTo>
                  <a:pt x="1428017" y="1622747"/>
                </a:lnTo>
                <a:lnTo>
                  <a:pt x="1428017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4" id="34"/>
          <p:cNvGrpSpPr/>
          <p:nvPr/>
        </p:nvGrpSpPr>
        <p:grpSpPr>
          <a:xfrm rot="0">
            <a:off x="2472030" y="4805090"/>
            <a:ext cx="3050213" cy="3871225"/>
            <a:chOff x="0" y="0"/>
            <a:chExt cx="4066950" cy="5161633"/>
          </a:xfrm>
        </p:grpSpPr>
        <p:grpSp>
          <p:nvGrpSpPr>
            <p:cNvPr name="Group 35" id="35"/>
            <p:cNvGrpSpPr/>
            <p:nvPr/>
          </p:nvGrpSpPr>
          <p:grpSpPr>
            <a:xfrm rot="0">
              <a:off x="0" y="0"/>
              <a:ext cx="4066950" cy="5161633"/>
              <a:chOff x="0" y="0"/>
              <a:chExt cx="803348" cy="1019582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803348" cy="1019582"/>
              </a:xfrm>
              <a:custGeom>
                <a:avLst/>
                <a:gdLst/>
                <a:ahLst/>
                <a:cxnLst/>
                <a:rect r="r" b="b" t="t" l="l"/>
                <a:pathLst>
                  <a:path h="1019582" w="803348">
                    <a:moveTo>
                      <a:pt x="0" y="0"/>
                    </a:moveTo>
                    <a:lnTo>
                      <a:pt x="803348" y="0"/>
                    </a:lnTo>
                    <a:lnTo>
                      <a:pt x="803348" y="1019582"/>
                    </a:lnTo>
                    <a:lnTo>
                      <a:pt x="0" y="1019582"/>
                    </a:lnTo>
                    <a:close/>
                  </a:path>
                </a:pathLst>
              </a:custGeom>
              <a:solidFill>
                <a:srgbClr val="485B90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238125"/>
                <a:ext cx="803348" cy="125770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31"/>
                  </a:lnSpc>
                </a:pPr>
              </a:p>
            </p:txBody>
          </p:sp>
        </p:grpSp>
        <p:sp>
          <p:nvSpPr>
            <p:cNvPr name="Freeform 38" id="38"/>
            <p:cNvSpPr/>
            <p:nvPr/>
          </p:nvSpPr>
          <p:spPr>
            <a:xfrm flipH="false" flipV="false" rot="0">
              <a:off x="522840" y="451214"/>
              <a:ext cx="3023567" cy="2743200"/>
            </a:xfrm>
            <a:custGeom>
              <a:avLst/>
              <a:gdLst/>
              <a:ahLst/>
              <a:cxnLst/>
              <a:rect r="r" b="b" t="t" l="l"/>
              <a:pathLst>
                <a:path h="2743200" w="3023567">
                  <a:moveTo>
                    <a:pt x="0" y="0"/>
                  </a:moveTo>
                  <a:lnTo>
                    <a:pt x="3023567" y="0"/>
                  </a:lnTo>
                  <a:lnTo>
                    <a:pt x="3023567" y="2743200"/>
                  </a:lnTo>
                  <a:lnTo>
                    <a:pt x="0" y="274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 rot="0">
              <a:off x="692058" y="3498360"/>
              <a:ext cx="2685131" cy="13794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11"/>
                </a:lnSpc>
              </a:pPr>
              <a:r>
                <a:rPr lang="en-US" b="true" sz="2579">
                  <a:solidFill>
                    <a:srgbClr val="FFFFFF"/>
                  </a:solidFill>
                  <a:latin typeface="Cakerolli Semi-Bold"/>
                  <a:ea typeface="Cakerolli Semi-Bold"/>
                  <a:cs typeface="Cakerolli Semi-Bold"/>
                  <a:sym typeface="Cakerolli Semi-Bold"/>
                </a:rPr>
                <a:t>SEARCH ENGINES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7618894" y="4805090"/>
            <a:ext cx="3050213" cy="3871225"/>
            <a:chOff x="0" y="0"/>
            <a:chExt cx="4066950" cy="5161633"/>
          </a:xfrm>
        </p:grpSpPr>
        <p:grpSp>
          <p:nvGrpSpPr>
            <p:cNvPr name="Group 41" id="41"/>
            <p:cNvGrpSpPr/>
            <p:nvPr/>
          </p:nvGrpSpPr>
          <p:grpSpPr>
            <a:xfrm rot="0">
              <a:off x="0" y="0"/>
              <a:ext cx="4066950" cy="5161633"/>
              <a:chOff x="0" y="0"/>
              <a:chExt cx="803348" cy="1019582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803348" cy="1019582"/>
              </a:xfrm>
              <a:custGeom>
                <a:avLst/>
                <a:gdLst/>
                <a:ahLst/>
                <a:cxnLst/>
                <a:rect r="r" b="b" t="t" l="l"/>
                <a:pathLst>
                  <a:path h="1019582" w="803348">
                    <a:moveTo>
                      <a:pt x="0" y="0"/>
                    </a:moveTo>
                    <a:lnTo>
                      <a:pt x="803348" y="0"/>
                    </a:lnTo>
                    <a:lnTo>
                      <a:pt x="803348" y="1019582"/>
                    </a:lnTo>
                    <a:lnTo>
                      <a:pt x="0" y="1019582"/>
                    </a:lnTo>
                    <a:close/>
                  </a:path>
                </a:pathLst>
              </a:custGeom>
              <a:solidFill>
                <a:srgbClr val="485B90"/>
              </a:solid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0" y="-238125"/>
                <a:ext cx="803348" cy="125770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31"/>
                  </a:lnSpc>
                </a:pPr>
              </a:p>
            </p:txBody>
          </p:sp>
        </p:grpSp>
        <p:sp>
          <p:nvSpPr>
            <p:cNvPr name="Freeform 44" id="44"/>
            <p:cNvSpPr/>
            <p:nvPr/>
          </p:nvSpPr>
          <p:spPr>
            <a:xfrm flipH="false" flipV="false" rot="0">
              <a:off x="369329" y="630731"/>
              <a:ext cx="3328293" cy="2021181"/>
            </a:xfrm>
            <a:custGeom>
              <a:avLst/>
              <a:gdLst/>
              <a:ahLst/>
              <a:cxnLst/>
              <a:rect r="r" b="b" t="t" l="l"/>
              <a:pathLst>
                <a:path h="2021181" w="3328293">
                  <a:moveTo>
                    <a:pt x="0" y="0"/>
                  </a:moveTo>
                  <a:lnTo>
                    <a:pt x="3328292" y="0"/>
                  </a:lnTo>
                  <a:lnTo>
                    <a:pt x="3328292" y="2021182"/>
                  </a:lnTo>
                  <a:lnTo>
                    <a:pt x="0" y="20211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 rot="0">
              <a:off x="690910" y="3355614"/>
              <a:ext cx="2685131" cy="13794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11"/>
                </a:lnSpc>
              </a:pPr>
              <a:r>
                <a:rPr lang="en-US" b="true" sz="2579">
                  <a:solidFill>
                    <a:srgbClr val="FFFFFF"/>
                  </a:solidFill>
                  <a:latin typeface="Cakerolli Semi-Bold"/>
                  <a:ea typeface="Cakerolli Semi-Bold"/>
                  <a:cs typeface="Cakerolli Semi-Bold"/>
                  <a:sym typeface="Cakerolli Semi-Bold"/>
                </a:rPr>
                <a:t>INCREASING VISIBILITY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2765757" y="4805090"/>
            <a:ext cx="3050213" cy="3871225"/>
            <a:chOff x="0" y="0"/>
            <a:chExt cx="4066950" cy="5161633"/>
          </a:xfrm>
        </p:grpSpPr>
        <p:grpSp>
          <p:nvGrpSpPr>
            <p:cNvPr name="Group 47" id="47"/>
            <p:cNvGrpSpPr/>
            <p:nvPr/>
          </p:nvGrpSpPr>
          <p:grpSpPr>
            <a:xfrm rot="0">
              <a:off x="0" y="0"/>
              <a:ext cx="4066950" cy="5161633"/>
              <a:chOff x="0" y="0"/>
              <a:chExt cx="803348" cy="1019582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803348" cy="1019582"/>
              </a:xfrm>
              <a:custGeom>
                <a:avLst/>
                <a:gdLst/>
                <a:ahLst/>
                <a:cxnLst/>
                <a:rect r="r" b="b" t="t" l="l"/>
                <a:pathLst>
                  <a:path h="1019582" w="803348">
                    <a:moveTo>
                      <a:pt x="0" y="0"/>
                    </a:moveTo>
                    <a:lnTo>
                      <a:pt x="803348" y="0"/>
                    </a:lnTo>
                    <a:lnTo>
                      <a:pt x="803348" y="1019582"/>
                    </a:lnTo>
                    <a:lnTo>
                      <a:pt x="0" y="1019582"/>
                    </a:lnTo>
                    <a:close/>
                  </a:path>
                </a:pathLst>
              </a:custGeom>
              <a:solidFill>
                <a:srgbClr val="485B90"/>
              </a:solidFill>
            </p:spPr>
          </p:sp>
          <p:sp>
            <p:nvSpPr>
              <p:cNvPr name="TextBox 49" id="49"/>
              <p:cNvSpPr txBox="true"/>
              <p:nvPr/>
            </p:nvSpPr>
            <p:spPr>
              <a:xfrm>
                <a:off x="0" y="-238125"/>
                <a:ext cx="803348" cy="125770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31"/>
                  </a:lnSpc>
                </a:pPr>
              </a:p>
            </p:txBody>
          </p:sp>
        </p:grpSp>
        <p:sp>
          <p:nvSpPr>
            <p:cNvPr name="Freeform 50" id="50"/>
            <p:cNvSpPr/>
            <p:nvPr/>
          </p:nvSpPr>
          <p:spPr>
            <a:xfrm flipH="false" flipV="false" rot="0">
              <a:off x="981086" y="451214"/>
              <a:ext cx="2318013" cy="2724161"/>
            </a:xfrm>
            <a:custGeom>
              <a:avLst/>
              <a:gdLst/>
              <a:ahLst/>
              <a:cxnLst/>
              <a:rect r="r" b="b" t="t" l="l"/>
              <a:pathLst>
                <a:path h="2724161" w="2318013">
                  <a:moveTo>
                    <a:pt x="0" y="0"/>
                  </a:moveTo>
                  <a:lnTo>
                    <a:pt x="2318014" y="0"/>
                  </a:lnTo>
                  <a:lnTo>
                    <a:pt x="2318014" y="2724161"/>
                  </a:lnTo>
                  <a:lnTo>
                    <a:pt x="0" y="2724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 rot="0">
              <a:off x="190088" y="3355614"/>
              <a:ext cx="3686774" cy="13794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11"/>
                </a:lnSpc>
              </a:pPr>
              <a:r>
                <a:rPr lang="en-US" b="true" sz="2579">
                  <a:solidFill>
                    <a:srgbClr val="FFFFFF"/>
                  </a:solidFill>
                  <a:latin typeface="Cakerolli Semi-Bold"/>
                  <a:ea typeface="Cakerolli Semi-Bold"/>
                  <a:cs typeface="Cakerolli Semi-Bold"/>
                  <a:sym typeface="Cakerolli Semi-Bold"/>
                </a:rPr>
                <a:t>ENHANCING ORGANIC TRAFFIC</a:t>
              </a:r>
            </a:p>
          </p:txBody>
        </p:sp>
      </p:grpSp>
      <p:sp>
        <p:nvSpPr>
          <p:cNvPr name="TextBox 52" id="52"/>
          <p:cNvSpPr txBox="true"/>
          <p:nvPr/>
        </p:nvSpPr>
        <p:spPr>
          <a:xfrm rot="0">
            <a:off x="6400240" y="1475373"/>
            <a:ext cx="5461995" cy="1391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true">
                <a:solidFill>
                  <a:srgbClr val="485B90"/>
                </a:solidFill>
                <a:latin typeface="Cakerolli Ultra-Bold"/>
                <a:ea typeface="Cakerolli Ultra-Bold"/>
                <a:cs typeface="Cakerolli Ultra-Bold"/>
                <a:sym typeface="Cakerolli Ultra-Bold"/>
              </a:rPr>
              <a:t>Website and SEO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3507789" y="2684884"/>
            <a:ext cx="11010705" cy="1349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48"/>
              </a:lnSpc>
            </a:pPr>
            <a:r>
              <a:rPr lang="en-US" b="true" sz="2979" i="true">
                <a:solidFill>
                  <a:srgbClr val="E080B4"/>
                </a:solidFill>
                <a:latin typeface="Cakerolli Bold Italics"/>
                <a:ea typeface="Cakerolli Bold Italics"/>
                <a:cs typeface="Cakerolli Bold Italics"/>
                <a:sym typeface="Cakerolli Bold Italics"/>
              </a:rPr>
              <a:t>The importance</a:t>
            </a:r>
            <a:r>
              <a:rPr lang="en-US" sz="2979" b="true">
                <a:solidFill>
                  <a:srgbClr val="E080B4"/>
                </a:solidFill>
                <a:latin typeface="Cakerolli Bold"/>
                <a:ea typeface="Cakerolli Bold"/>
                <a:cs typeface="Cakerolli Bold"/>
                <a:sym typeface="Cakerolli Bold"/>
              </a:rPr>
              <a:t> of having a well-designed website.</a:t>
            </a:r>
          </a:p>
          <a:p>
            <a:pPr algn="ctr">
              <a:lnSpc>
                <a:spcPts val="4648"/>
              </a:lnSpc>
            </a:pPr>
            <a:r>
              <a:rPr lang="en-US" sz="2979" b="true">
                <a:solidFill>
                  <a:srgbClr val="E080B4"/>
                </a:solidFill>
                <a:latin typeface="Cakerolli Bold"/>
                <a:ea typeface="Cakerolli Bold"/>
                <a:cs typeface="Cakerolli Bold"/>
                <a:sym typeface="Cakerolli Bold"/>
              </a:rPr>
              <a:t> The role of SEO in optimizing websites for: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A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62541" y="584106"/>
            <a:ext cx="3741519" cy="2053159"/>
          </a:xfrm>
          <a:custGeom>
            <a:avLst/>
            <a:gdLst/>
            <a:ahLst/>
            <a:cxnLst/>
            <a:rect r="r" b="b" t="t" l="l"/>
            <a:pathLst>
              <a:path h="2053159" w="3741519">
                <a:moveTo>
                  <a:pt x="0" y="0"/>
                </a:moveTo>
                <a:lnTo>
                  <a:pt x="3741520" y="0"/>
                </a:lnTo>
                <a:lnTo>
                  <a:pt x="3741520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271622" y="584106"/>
            <a:ext cx="3741519" cy="2053159"/>
          </a:xfrm>
          <a:custGeom>
            <a:avLst/>
            <a:gdLst/>
            <a:ahLst/>
            <a:cxnLst/>
            <a:rect r="r" b="b" t="t" l="l"/>
            <a:pathLst>
              <a:path h="2053159" w="3741519">
                <a:moveTo>
                  <a:pt x="0" y="0"/>
                </a:moveTo>
                <a:lnTo>
                  <a:pt x="3741519" y="0"/>
                </a:lnTo>
                <a:lnTo>
                  <a:pt x="3741519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277781" y="584106"/>
            <a:ext cx="3741519" cy="2053159"/>
          </a:xfrm>
          <a:custGeom>
            <a:avLst/>
            <a:gdLst/>
            <a:ahLst/>
            <a:cxnLst/>
            <a:rect r="r" b="b" t="t" l="l"/>
            <a:pathLst>
              <a:path h="2053159" w="3741519">
                <a:moveTo>
                  <a:pt x="0" y="0"/>
                </a:moveTo>
                <a:lnTo>
                  <a:pt x="3741519" y="0"/>
                </a:lnTo>
                <a:lnTo>
                  <a:pt x="3741519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283939" y="584106"/>
            <a:ext cx="3741519" cy="2053159"/>
          </a:xfrm>
          <a:custGeom>
            <a:avLst/>
            <a:gdLst/>
            <a:ahLst/>
            <a:cxnLst/>
            <a:rect r="r" b="b" t="t" l="l"/>
            <a:pathLst>
              <a:path h="2053159" w="3741519">
                <a:moveTo>
                  <a:pt x="0" y="0"/>
                </a:moveTo>
                <a:lnTo>
                  <a:pt x="3741520" y="0"/>
                </a:lnTo>
                <a:lnTo>
                  <a:pt x="3741520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62541" y="2954222"/>
            <a:ext cx="3741519" cy="2053159"/>
          </a:xfrm>
          <a:custGeom>
            <a:avLst/>
            <a:gdLst/>
            <a:ahLst/>
            <a:cxnLst/>
            <a:rect r="r" b="b" t="t" l="l"/>
            <a:pathLst>
              <a:path h="2053159" w="3741519">
                <a:moveTo>
                  <a:pt x="0" y="0"/>
                </a:moveTo>
                <a:lnTo>
                  <a:pt x="3741520" y="0"/>
                </a:lnTo>
                <a:lnTo>
                  <a:pt x="3741520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271622" y="2954222"/>
            <a:ext cx="3741519" cy="2053159"/>
          </a:xfrm>
          <a:custGeom>
            <a:avLst/>
            <a:gdLst/>
            <a:ahLst/>
            <a:cxnLst/>
            <a:rect r="r" b="b" t="t" l="l"/>
            <a:pathLst>
              <a:path h="2053159" w="3741519">
                <a:moveTo>
                  <a:pt x="0" y="0"/>
                </a:moveTo>
                <a:lnTo>
                  <a:pt x="3741519" y="0"/>
                </a:lnTo>
                <a:lnTo>
                  <a:pt x="3741519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277781" y="2954222"/>
            <a:ext cx="3741519" cy="2053159"/>
          </a:xfrm>
          <a:custGeom>
            <a:avLst/>
            <a:gdLst/>
            <a:ahLst/>
            <a:cxnLst/>
            <a:rect r="r" b="b" t="t" l="l"/>
            <a:pathLst>
              <a:path h="2053159" w="3741519">
                <a:moveTo>
                  <a:pt x="0" y="0"/>
                </a:moveTo>
                <a:lnTo>
                  <a:pt x="3741519" y="0"/>
                </a:lnTo>
                <a:lnTo>
                  <a:pt x="3741519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283939" y="2954222"/>
            <a:ext cx="3741519" cy="2053159"/>
          </a:xfrm>
          <a:custGeom>
            <a:avLst/>
            <a:gdLst/>
            <a:ahLst/>
            <a:cxnLst/>
            <a:rect r="r" b="b" t="t" l="l"/>
            <a:pathLst>
              <a:path h="2053159" w="3741519">
                <a:moveTo>
                  <a:pt x="0" y="0"/>
                </a:moveTo>
                <a:lnTo>
                  <a:pt x="3741520" y="0"/>
                </a:lnTo>
                <a:lnTo>
                  <a:pt x="3741520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62541" y="5301979"/>
            <a:ext cx="3741519" cy="2053159"/>
          </a:xfrm>
          <a:custGeom>
            <a:avLst/>
            <a:gdLst/>
            <a:ahLst/>
            <a:cxnLst/>
            <a:rect r="r" b="b" t="t" l="l"/>
            <a:pathLst>
              <a:path h="2053159" w="3741519">
                <a:moveTo>
                  <a:pt x="0" y="0"/>
                </a:moveTo>
                <a:lnTo>
                  <a:pt x="3741520" y="0"/>
                </a:lnTo>
                <a:lnTo>
                  <a:pt x="3741520" y="2053158"/>
                </a:lnTo>
                <a:lnTo>
                  <a:pt x="0" y="20531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271622" y="5301979"/>
            <a:ext cx="3741519" cy="2053159"/>
          </a:xfrm>
          <a:custGeom>
            <a:avLst/>
            <a:gdLst/>
            <a:ahLst/>
            <a:cxnLst/>
            <a:rect r="r" b="b" t="t" l="l"/>
            <a:pathLst>
              <a:path h="2053159" w="3741519">
                <a:moveTo>
                  <a:pt x="0" y="0"/>
                </a:moveTo>
                <a:lnTo>
                  <a:pt x="3741519" y="0"/>
                </a:lnTo>
                <a:lnTo>
                  <a:pt x="3741519" y="2053158"/>
                </a:lnTo>
                <a:lnTo>
                  <a:pt x="0" y="20531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277781" y="5301979"/>
            <a:ext cx="3741519" cy="2053159"/>
          </a:xfrm>
          <a:custGeom>
            <a:avLst/>
            <a:gdLst/>
            <a:ahLst/>
            <a:cxnLst/>
            <a:rect r="r" b="b" t="t" l="l"/>
            <a:pathLst>
              <a:path h="2053159" w="3741519">
                <a:moveTo>
                  <a:pt x="0" y="0"/>
                </a:moveTo>
                <a:lnTo>
                  <a:pt x="3741519" y="0"/>
                </a:lnTo>
                <a:lnTo>
                  <a:pt x="3741519" y="2053158"/>
                </a:lnTo>
                <a:lnTo>
                  <a:pt x="0" y="20531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3283939" y="5301979"/>
            <a:ext cx="3741519" cy="2053159"/>
          </a:xfrm>
          <a:custGeom>
            <a:avLst/>
            <a:gdLst/>
            <a:ahLst/>
            <a:cxnLst/>
            <a:rect r="r" b="b" t="t" l="l"/>
            <a:pathLst>
              <a:path h="2053159" w="3741519">
                <a:moveTo>
                  <a:pt x="0" y="0"/>
                </a:moveTo>
                <a:lnTo>
                  <a:pt x="3741520" y="0"/>
                </a:lnTo>
                <a:lnTo>
                  <a:pt x="3741520" y="2053158"/>
                </a:lnTo>
                <a:lnTo>
                  <a:pt x="0" y="20531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262541" y="7649735"/>
            <a:ext cx="3741519" cy="2053159"/>
          </a:xfrm>
          <a:custGeom>
            <a:avLst/>
            <a:gdLst/>
            <a:ahLst/>
            <a:cxnLst/>
            <a:rect r="r" b="b" t="t" l="l"/>
            <a:pathLst>
              <a:path h="2053159" w="3741519">
                <a:moveTo>
                  <a:pt x="0" y="0"/>
                </a:moveTo>
                <a:lnTo>
                  <a:pt x="3741520" y="0"/>
                </a:lnTo>
                <a:lnTo>
                  <a:pt x="3741520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5271622" y="7649735"/>
            <a:ext cx="3741519" cy="2053159"/>
          </a:xfrm>
          <a:custGeom>
            <a:avLst/>
            <a:gdLst/>
            <a:ahLst/>
            <a:cxnLst/>
            <a:rect r="r" b="b" t="t" l="l"/>
            <a:pathLst>
              <a:path h="2053159" w="3741519">
                <a:moveTo>
                  <a:pt x="0" y="0"/>
                </a:moveTo>
                <a:lnTo>
                  <a:pt x="3741519" y="0"/>
                </a:lnTo>
                <a:lnTo>
                  <a:pt x="3741519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9277781" y="7649735"/>
            <a:ext cx="3741519" cy="2053159"/>
          </a:xfrm>
          <a:custGeom>
            <a:avLst/>
            <a:gdLst/>
            <a:ahLst/>
            <a:cxnLst/>
            <a:rect r="r" b="b" t="t" l="l"/>
            <a:pathLst>
              <a:path h="2053159" w="3741519">
                <a:moveTo>
                  <a:pt x="0" y="0"/>
                </a:moveTo>
                <a:lnTo>
                  <a:pt x="3741519" y="0"/>
                </a:lnTo>
                <a:lnTo>
                  <a:pt x="3741519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3283939" y="7649735"/>
            <a:ext cx="3741519" cy="2053159"/>
          </a:xfrm>
          <a:custGeom>
            <a:avLst/>
            <a:gdLst/>
            <a:ahLst/>
            <a:cxnLst/>
            <a:rect r="r" b="b" t="t" l="l"/>
            <a:pathLst>
              <a:path h="2053159" w="3741519">
                <a:moveTo>
                  <a:pt x="0" y="0"/>
                </a:moveTo>
                <a:lnTo>
                  <a:pt x="3741520" y="0"/>
                </a:lnTo>
                <a:lnTo>
                  <a:pt x="3741520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358401" y="584106"/>
            <a:ext cx="608866" cy="2053159"/>
          </a:xfrm>
          <a:custGeom>
            <a:avLst/>
            <a:gdLst/>
            <a:ahLst/>
            <a:cxnLst/>
            <a:rect r="r" b="b" t="t" l="l"/>
            <a:pathLst>
              <a:path h="2053159" w="608866">
                <a:moveTo>
                  <a:pt x="0" y="0"/>
                </a:moveTo>
                <a:lnTo>
                  <a:pt x="608865" y="0"/>
                </a:lnTo>
                <a:lnTo>
                  <a:pt x="608865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14506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358401" y="2954222"/>
            <a:ext cx="608866" cy="2053159"/>
          </a:xfrm>
          <a:custGeom>
            <a:avLst/>
            <a:gdLst/>
            <a:ahLst/>
            <a:cxnLst/>
            <a:rect r="r" b="b" t="t" l="l"/>
            <a:pathLst>
              <a:path h="2053159" w="608866">
                <a:moveTo>
                  <a:pt x="0" y="0"/>
                </a:moveTo>
                <a:lnTo>
                  <a:pt x="608865" y="0"/>
                </a:lnTo>
                <a:lnTo>
                  <a:pt x="608865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14506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358401" y="5324339"/>
            <a:ext cx="608866" cy="2053159"/>
          </a:xfrm>
          <a:custGeom>
            <a:avLst/>
            <a:gdLst/>
            <a:ahLst/>
            <a:cxnLst/>
            <a:rect r="r" b="b" t="t" l="l"/>
            <a:pathLst>
              <a:path h="2053159" w="608866">
                <a:moveTo>
                  <a:pt x="0" y="0"/>
                </a:moveTo>
                <a:lnTo>
                  <a:pt x="608865" y="0"/>
                </a:lnTo>
                <a:lnTo>
                  <a:pt x="608865" y="2053158"/>
                </a:lnTo>
                <a:lnTo>
                  <a:pt x="0" y="20531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14506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358401" y="7694455"/>
            <a:ext cx="608866" cy="2053159"/>
          </a:xfrm>
          <a:custGeom>
            <a:avLst/>
            <a:gdLst/>
            <a:ahLst/>
            <a:cxnLst/>
            <a:rect r="r" b="b" t="t" l="l"/>
            <a:pathLst>
              <a:path h="2053159" w="608866">
                <a:moveTo>
                  <a:pt x="0" y="0"/>
                </a:moveTo>
                <a:lnTo>
                  <a:pt x="608865" y="0"/>
                </a:lnTo>
                <a:lnTo>
                  <a:pt x="608865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14506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7292159" y="584106"/>
            <a:ext cx="608866" cy="2053159"/>
          </a:xfrm>
          <a:custGeom>
            <a:avLst/>
            <a:gdLst/>
            <a:ahLst/>
            <a:cxnLst/>
            <a:rect r="r" b="b" t="t" l="l"/>
            <a:pathLst>
              <a:path h="2053159" w="608866">
                <a:moveTo>
                  <a:pt x="0" y="0"/>
                </a:moveTo>
                <a:lnTo>
                  <a:pt x="608865" y="0"/>
                </a:lnTo>
                <a:lnTo>
                  <a:pt x="608865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14506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7292159" y="2954222"/>
            <a:ext cx="608866" cy="2053159"/>
          </a:xfrm>
          <a:custGeom>
            <a:avLst/>
            <a:gdLst/>
            <a:ahLst/>
            <a:cxnLst/>
            <a:rect r="r" b="b" t="t" l="l"/>
            <a:pathLst>
              <a:path h="2053159" w="608866">
                <a:moveTo>
                  <a:pt x="0" y="0"/>
                </a:moveTo>
                <a:lnTo>
                  <a:pt x="608865" y="0"/>
                </a:lnTo>
                <a:lnTo>
                  <a:pt x="608865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14506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7292159" y="5324339"/>
            <a:ext cx="608866" cy="2053159"/>
          </a:xfrm>
          <a:custGeom>
            <a:avLst/>
            <a:gdLst/>
            <a:ahLst/>
            <a:cxnLst/>
            <a:rect r="r" b="b" t="t" l="l"/>
            <a:pathLst>
              <a:path h="2053159" w="608866">
                <a:moveTo>
                  <a:pt x="0" y="0"/>
                </a:moveTo>
                <a:lnTo>
                  <a:pt x="608865" y="0"/>
                </a:lnTo>
                <a:lnTo>
                  <a:pt x="608865" y="2053158"/>
                </a:lnTo>
                <a:lnTo>
                  <a:pt x="0" y="20531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14506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7292159" y="7694455"/>
            <a:ext cx="608866" cy="2053159"/>
          </a:xfrm>
          <a:custGeom>
            <a:avLst/>
            <a:gdLst/>
            <a:ahLst/>
            <a:cxnLst/>
            <a:rect r="r" b="b" t="t" l="l"/>
            <a:pathLst>
              <a:path h="2053159" w="608866">
                <a:moveTo>
                  <a:pt x="0" y="0"/>
                </a:moveTo>
                <a:lnTo>
                  <a:pt x="608865" y="0"/>
                </a:lnTo>
                <a:lnTo>
                  <a:pt x="608865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14506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5260471">
            <a:off x="12980376" y="7972525"/>
            <a:ext cx="7200502" cy="8229600"/>
          </a:xfrm>
          <a:custGeom>
            <a:avLst/>
            <a:gdLst/>
            <a:ahLst/>
            <a:cxnLst/>
            <a:rect r="r" b="b" t="t" l="l"/>
            <a:pathLst>
              <a:path h="8229600" w="7200502">
                <a:moveTo>
                  <a:pt x="0" y="0"/>
                </a:moveTo>
                <a:lnTo>
                  <a:pt x="7200502" y="0"/>
                </a:lnTo>
                <a:lnTo>
                  <a:pt x="720050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true" rot="-1932924">
            <a:off x="8611180" y="8004111"/>
            <a:ext cx="11079087" cy="3545308"/>
          </a:xfrm>
          <a:custGeom>
            <a:avLst/>
            <a:gdLst/>
            <a:ahLst/>
            <a:cxnLst/>
            <a:rect r="r" b="b" t="t" l="l"/>
            <a:pathLst>
              <a:path h="3545308" w="11079087">
                <a:moveTo>
                  <a:pt x="0" y="3545308"/>
                </a:moveTo>
                <a:lnTo>
                  <a:pt x="11079087" y="3545308"/>
                </a:lnTo>
                <a:lnTo>
                  <a:pt x="11079087" y="0"/>
                </a:lnTo>
                <a:lnTo>
                  <a:pt x="0" y="0"/>
                </a:lnTo>
                <a:lnTo>
                  <a:pt x="0" y="3545308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2906917">
            <a:off x="-1043809" y="-5028585"/>
            <a:ext cx="7200502" cy="8229600"/>
          </a:xfrm>
          <a:custGeom>
            <a:avLst/>
            <a:gdLst/>
            <a:ahLst/>
            <a:cxnLst/>
            <a:rect r="r" b="b" t="t" l="l"/>
            <a:pathLst>
              <a:path h="8229600" w="7200502">
                <a:moveTo>
                  <a:pt x="0" y="0"/>
                </a:moveTo>
                <a:lnTo>
                  <a:pt x="7200502" y="0"/>
                </a:lnTo>
                <a:lnTo>
                  <a:pt x="720050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-1935087" y="-743954"/>
            <a:ext cx="11079087" cy="3545308"/>
          </a:xfrm>
          <a:custGeom>
            <a:avLst/>
            <a:gdLst/>
            <a:ahLst/>
            <a:cxnLst/>
            <a:rect r="r" b="b" t="t" l="l"/>
            <a:pathLst>
              <a:path h="3545308" w="11079087">
                <a:moveTo>
                  <a:pt x="0" y="0"/>
                </a:moveTo>
                <a:lnTo>
                  <a:pt x="11079087" y="0"/>
                </a:lnTo>
                <a:lnTo>
                  <a:pt x="11079087" y="3545308"/>
                </a:lnTo>
                <a:lnTo>
                  <a:pt x="0" y="35453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-405188" y="2018298"/>
            <a:ext cx="1433888" cy="1265406"/>
          </a:xfrm>
          <a:custGeom>
            <a:avLst/>
            <a:gdLst/>
            <a:ahLst/>
            <a:cxnLst/>
            <a:rect r="r" b="b" t="t" l="l"/>
            <a:pathLst>
              <a:path h="1265406" w="1433888">
                <a:moveTo>
                  <a:pt x="0" y="0"/>
                </a:moveTo>
                <a:lnTo>
                  <a:pt x="1433888" y="0"/>
                </a:lnTo>
                <a:lnTo>
                  <a:pt x="1433888" y="1265406"/>
                </a:lnTo>
                <a:lnTo>
                  <a:pt x="0" y="12654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-2473926">
            <a:off x="-496154" y="9477355"/>
            <a:ext cx="2325515" cy="598820"/>
          </a:xfrm>
          <a:custGeom>
            <a:avLst/>
            <a:gdLst/>
            <a:ahLst/>
            <a:cxnLst/>
            <a:rect r="r" b="b" t="t" l="l"/>
            <a:pathLst>
              <a:path h="598820" w="2325515">
                <a:moveTo>
                  <a:pt x="0" y="0"/>
                </a:moveTo>
                <a:lnTo>
                  <a:pt x="2325515" y="0"/>
                </a:lnTo>
                <a:lnTo>
                  <a:pt x="2325515" y="598820"/>
                </a:lnTo>
                <a:lnTo>
                  <a:pt x="0" y="59882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323603">
            <a:off x="17869630" y="1963448"/>
            <a:ext cx="710251" cy="892756"/>
          </a:xfrm>
          <a:custGeom>
            <a:avLst/>
            <a:gdLst/>
            <a:ahLst/>
            <a:cxnLst/>
            <a:rect r="r" b="b" t="t" l="l"/>
            <a:pathLst>
              <a:path h="892756" w="710251">
                <a:moveTo>
                  <a:pt x="0" y="0"/>
                </a:moveTo>
                <a:lnTo>
                  <a:pt x="710251" y="0"/>
                </a:lnTo>
                <a:lnTo>
                  <a:pt x="710251" y="892756"/>
                </a:lnTo>
                <a:lnTo>
                  <a:pt x="0" y="89275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127975" t="-28590" r="-17420" b="-104172"/>
            </a:stretch>
          </a:blipFill>
        </p:spPr>
      </p:sp>
      <p:sp>
        <p:nvSpPr>
          <p:cNvPr name="Freeform 33" id="33"/>
          <p:cNvSpPr/>
          <p:nvPr/>
        </p:nvSpPr>
        <p:spPr>
          <a:xfrm flipH="true" flipV="false" rot="-873099">
            <a:off x="17115237" y="242182"/>
            <a:ext cx="1428017" cy="1622746"/>
          </a:xfrm>
          <a:custGeom>
            <a:avLst/>
            <a:gdLst/>
            <a:ahLst/>
            <a:cxnLst/>
            <a:rect r="r" b="b" t="t" l="l"/>
            <a:pathLst>
              <a:path h="1622746" w="1428017">
                <a:moveTo>
                  <a:pt x="1428017" y="0"/>
                </a:moveTo>
                <a:lnTo>
                  <a:pt x="0" y="0"/>
                </a:lnTo>
                <a:lnTo>
                  <a:pt x="0" y="1622747"/>
                </a:lnTo>
                <a:lnTo>
                  <a:pt x="1428017" y="1622747"/>
                </a:lnTo>
                <a:lnTo>
                  <a:pt x="1428017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6497510" y="3843007"/>
            <a:ext cx="5560541" cy="4114800"/>
          </a:xfrm>
          <a:custGeom>
            <a:avLst/>
            <a:gdLst/>
            <a:ahLst/>
            <a:cxnLst/>
            <a:rect r="r" b="b" t="t" l="l"/>
            <a:pathLst>
              <a:path h="4114800" w="5560541">
                <a:moveTo>
                  <a:pt x="0" y="0"/>
                </a:moveTo>
                <a:lnTo>
                  <a:pt x="5560541" y="0"/>
                </a:lnTo>
                <a:lnTo>
                  <a:pt x="55605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1972764" y="7363492"/>
            <a:ext cx="2729260" cy="277888"/>
          </a:xfrm>
          <a:custGeom>
            <a:avLst/>
            <a:gdLst/>
            <a:ahLst/>
            <a:cxnLst/>
            <a:rect r="r" b="b" t="t" l="l"/>
            <a:pathLst>
              <a:path h="277888" w="2729260">
                <a:moveTo>
                  <a:pt x="0" y="0"/>
                </a:moveTo>
                <a:lnTo>
                  <a:pt x="2729260" y="0"/>
                </a:lnTo>
                <a:lnTo>
                  <a:pt x="2729260" y="277888"/>
                </a:lnTo>
                <a:lnTo>
                  <a:pt x="0" y="27788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5400000">
            <a:off x="1872469" y="3757795"/>
            <a:ext cx="2929849" cy="4439165"/>
          </a:xfrm>
          <a:custGeom>
            <a:avLst/>
            <a:gdLst/>
            <a:ahLst/>
            <a:cxnLst/>
            <a:rect r="r" b="b" t="t" l="l"/>
            <a:pathLst>
              <a:path h="4439165" w="2929849">
                <a:moveTo>
                  <a:pt x="0" y="0"/>
                </a:moveTo>
                <a:lnTo>
                  <a:pt x="2929849" y="0"/>
                </a:lnTo>
                <a:lnTo>
                  <a:pt x="2929849" y="4439165"/>
                </a:lnTo>
                <a:lnTo>
                  <a:pt x="0" y="4439165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1349283" y="4605373"/>
            <a:ext cx="3976222" cy="2481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51"/>
              </a:lnSpc>
            </a:pPr>
            <a:r>
              <a:rPr lang="en-US" sz="3179" b="true">
                <a:solidFill>
                  <a:srgbClr val="3BAB64"/>
                </a:solidFill>
                <a:latin typeface="Cakerolli Bold"/>
                <a:ea typeface="Cakerolli Bold"/>
                <a:cs typeface="Cakerolli Bold"/>
                <a:sym typeface="Cakerolli Bold"/>
              </a:rPr>
              <a:t>The appeal of social media platforms Creating engaging content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4471020" y="1475373"/>
            <a:ext cx="9577968" cy="1391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true">
                <a:solidFill>
                  <a:srgbClr val="485B90"/>
                </a:solidFill>
                <a:latin typeface="Cakerolli Ultra-Bold"/>
                <a:ea typeface="Cakerolli Ultra-Bold"/>
                <a:cs typeface="Cakerolli Ultra-Bold"/>
                <a:sym typeface="Cakerolli Ultra-Bold"/>
              </a:rPr>
              <a:t>Social Media Marketing </a:t>
            </a:r>
            <a:r>
              <a:rPr lang="en-US" sz="5600" b="true">
                <a:solidFill>
                  <a:srgbClr val="E080B4"/>
                </a:solidFill>
                <a:latin typeface="Cakerolli Ultra-Bold"/>
                <a:ea typeface="Cakerolli Ultra-Bold"/>
                <a:cs typeface="Cakerolli Ultra-Bold"/>
                <a:sym typeface="Cakerolli Ultra-Bold"/>
              </a:rPr>
              <a:t>(SMM)</a:t>
            </a:r>
          </a:p>
        </p:txBody>
      </p:sp>
      <p:sp>
        <p:nvSpPr>
          <p:cNvPr name="Freeform 39" id="39"/>
          <p:cNvSpPr/>
          <p:nvPr/>
        </p:nvSpPr>
        <p:spPr>
          <a:xfrm flipH="false" flipV="true" rot="5400000">
            <a:off x="13574793" y="3670630"/>
            <a:ext cx="2929849" cy="4439165"/>
          </a:xfrm>
          <a:custGeom>
            <a:avLst/>
            <a:gdLst/>
            <a:ahLst/>
            <a:cxnLst/>
            <a:rect r="r" b="b" t="t" l="l"/>
            <a:pathLst>
              <a:path h="4439165" w="2929849">
                <a:moveTo>
                  <a:pt x="0" y="4439166"/>
                </a:moveTo>
                <a:lnTo>
                  <a:pt x="2929849" y="4439166"/>
                </a:lnTo>
                <a:lnTo>
                  <a:pt x="2929849" y="0"/>
                </a:lnTo>
                <a:lnTo>
                  <a:pt x="0" y="0"/>
                </a:lnTo>
                <a:lnTo>
                  <a:pt x="0" y="4439166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13851366" y="7303358"/>
            <a:ext cx="2729260" cy="277888"/>
          </a:xfrm>
          <a:custGeom>
            <a:avLst/>
            <a:gdLst/>
            <a:ahLst/>
            <a:cxnLst/>
            <a:rect r="r" b="b" t="t" l="l"/>
            <a:pathLst>
              <a:path h="277888" w="2729260">
                <a:moveTo>
                  <a:pt x="0" y="0"/>
                </a:moveTo>
                <a:lnTo>
                  <a:pt x="2729261" y="0"/>
                </a:lnTo>
                <a:lnTo>
                  <a:pt x="2729261" y="277888"/>
                </a:lnTo>
                <a:lnTo>
                  <a:pt x="0" y="27788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13001026" y="4502514"/>
            <a:ext cx="4114147" cy="2481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51"/>
              </a:lnSpc>
            </a:pPr>
            <a:r>
              <a:rPr lang="en-US" sz="3179" b="true">
                <a:solidFill>
                  <a:srgbClr val="E080B4"/>
                </a:solidFill>
                <a:latin typeface="Cakerolli Bold"/>
                <a:ea typeface="Cakerolli Bold"/>
                <a:cs typeface="Cakerolli Bold"/>
                <a:sym typeface="Cakerolli Bold"/>
              </a:rPr>
              <a:t>Two-way communication Utilizing analytics for better outcomes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A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62541" y="584106"/>
            <a:ext cx="3741519" cy="2053159"/>
          </a:xfrm>
          <a:custGeom>
            <a:avLst/>
            <a:gdLst/>
            <a:ahLst/>
            <a:cxnLst/>
            <a:rect r="r" b="b" t="t" l="l"/>
            <a:pathLst>
              <a:path h="2053159" w="3741519">
                <a:moveTo>
                  <a:pt x="0" y="0"/>
                </a:moveTo>
                <a:lnTo>
                  <a:pt x="3741520" y="0"/>
                </a:lnTo>
                <a:lnTo>
                  <a:pt x="3741520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271622" y="584106"/>
            <a:ext cx="3741519" cy="2053159"/>
          </a:xfrm>
          <a:custGeom>
            <a:avLst/>
            <a:gdLst/>
            <a:ahLst/>
            <a:cxnLst/>
            <a:rect r="r" b="b" t="t" l="l"/>
            <a:pathLst>
              <a:path h="2053159" w="3741519">
                <a:moveTo>
                  <a:pt x="0" y="0"/>
                </a:moveTo>
                <a:lnTo>
                  <a:pt x="3741519" y="0"/>
                </a:lnTo>
                <a:lnTo>
                  <a:pt x="3741519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277781" y="584106"/>
            <a:ext cx="3741519" cy="2053159"/>
          </a:xfrm>
          <a:custGeom>
            <a:avLst/>
            <a:gdLst/>
            <a:ahLst/>
            <a:cxnLst/>
            <a:rect r="r" b="b" t="t" l="l"/>
            <a:pathLst>
              <a:path h="2053159" w="3741519">
                <a:moveTo>
                  <a:pt x="0" y="0"/>
                </a:moveTo>
                <a:lnTo>
                  <a:pt x="3741519" y="0"/>
                </a:lnTo>
                <a:lnTo>
                  <a:pt x="3741519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283939" y="584106"/>
            <a:ext cx="3741519" cy="2053159"/>
          </a:xfrm>
          <a:custGeom>
            <a:avLst/>
            <a:gdLst/>
            <a:ahLst/>
            <a:cxnLst/>
            <a:rect r="r" b="b" t="t" l="l"/>
            <a:pathLst>
              <a:path h="2053159" w="3741519">
                <a:moveTo>
                  <a:pt x="0" y="0"/>
                </a:moveTo>
                <a:lnTo>
                  <a:pt x="3741520" y="0"/>
                </a:lnTo>
                <a:lnTo>
                  <a:pt x="3741520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62541" y="2954222"/>
            <a:ext cx="3741519" cy="2053159"/>
          </a:xfrm>
          <a:custGeom>
            <a:avLst/>
            <a:gdLst/>
            <a:ahLst/>
            <a:cxnLst/>
            <a:rect r="r" b="b" t="t" l="l"/>
            <a:pathLst>
              <a:path h="2053159" w="3741519">
                <a:moveTo>
                  <a:pt x="0" y="0"/>
                </a:moveTo>
                <a:lnTo>
                  <a:pt x="3741520" y="0"/>
                </a:lnTo>
                <a:lnTo>
                  <a:pt x="3741520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271622" y="2954222"/>
            <a:ext cx="3741519" cy="2053159"/>
          </a:xfrm>
          <a:custGeom>
            <a:avLst/>
            <a:gdLst/>
            <a:ahLst/>
            <a:cxnLst/>
            <a:rect r="r" b="b" t="t" l="l"/>
            <a:pathLst>
              <a:path h="2053159" w="3741519">
                <a:moveTo>
                  <a:pt x="0" y="0"/>
                </a:moveTo>
                <a:lnTo>
                  <a:pt x="3741519" y="0"/>
                </a:lnTo>
                <a:lnTo>
                  <a:pt x="3741519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277781" y="2954222"/>
            <a:ext cx="3741519" cy="2053159"/>
          </a:xfrm>
          <a:custGeom>
            <a:avLst/>
            <a:gdLst/>
            <a:ahLst/>
            <a:cxnLst/>
            <a:rect r="r" b="b" t="t" l="l"/>
            <a:pathLst>
              <a:path h="2053159" w="3741519">
                <a:moveTo>
                  <a:pt x="0" y="0"/>
                </a:moveTo>
                <a:lnTo>
                  <a:pt x="3741519" y="0"/>
                </a:lnTo>
                <a:lnTo>
                  <a:pt x="3741519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283939" y="2954222"/>
            <a:ext cx="3741519" cy="2053159"/>
          </a:xfrm>
          <a:custGeom>
            <a:avLst/>
            <a:gdLst/>
            <a:ahLst/>
            <a:cxnLst/>
            <a:rect r="r" b="b" t="t" l="l"/>
            <a:pathLst>
              <a:path h="2053159" w="3741519">
                <a:moveTo>
                  <a:pt x="0" y="0"/>
                </a:moveTo>
                <a:lnTo>
                  <a:pt x="3741520" y="0"/>
                </a:lnTo>
                <a:lnTo>
                  <a:pt x="3741520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62541" y="5301979"/>
            <a:ext cx="3741519" cy="2053159"/>
          </a:xfrm>
          <a:custGeom>
            <a:avLst/>
            <a:gdLst/>
            <a:ahLst/>
            <a:cxnLst/>
            <a:rect r="r" b="b" t="t" l="l"/>
            <a:pathLst>
              <a:path h="2053159" w="3741519">
                <a:moveTo>
                  <a:pt x="0" y="0"/>
                </a:moveTo>
                <a:lnTo>
                  <a:pt x="3741520" y="0"/>
                </a:lnTo>
                <a:lnTo>
                  <a:pt x="3741520" y="2053158"/>
                </a:lnTo>
                <a:lnTo>
                  <a:pt x="0" y="20531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271622" y="5301979"/>
            <a:ext cx="3741519" cy="2053159"/>
          </a:xfrm>
          <a:custGeom>
            <a:avLst/>
            <a:gdLst/>
            <a:ahLst/>
            <a:cxnLst/>
            <a:rect r="r" b="b" t="t" l="l"/>
            <a:pathLst>
              <a:path h="2053159" w="3741519">
                <a:moveTo>
                  <a:pt x="0" y="0"/>
                </a:moveTo>
                <a:lnTo>
                  <a:pt x="3741519" y="0"/>
                </a:lnTo>
                <a:lnTo>
                  <a:pt x="3741519" y="2053158"/>
                </a:lnTo>
                <a:lnTo>
                  <a:pt x="0" y="20531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277781" y="5301979"/>
            <a:ext cx="3741519" cy="2053159"/>
          </a:xfrm>
          <a:custGeom>
            <a:avLst/>
            <a:gdLst/>
            <a:ahLst/>
            <a:cxnLst/>
            <a:rect r="r" b="b" t="t" l="l"/>
            <a:pathLst>
              <a:path h="2053159" w="3741519">
                <a:moveTo>
                  <a:pt x="0" y="0"/>
                </a:moveTo>
                <a:lnTo>
                  <a:pt x="3741519" y="0"/>
                </a:lnTo>
                <a:lnTo>
                  <a:pt x="3741519" y="2053158"/>
                </a:lnTo>
                <a:lnTo>
                  <a:pt x="0" y="20531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3283939" y="5301979"/>
            <a:ext cx="3741519" cy="2053159"/>
          </a:xfrm>
          <a:custGeom>
            <a:avLst/>
            <a:gdLst/>
            <a:ahLst/>
            <a:cxnLst/>
            <a:rect r="r" b="b" t="t" l="l"/>
            <a:pathLst>
              <a:path h="2053159" w="3741519">
                <a:moveTo>
                  <a:pt x="0" y="0"/>
                </a:moveTo>
                <a:lnTo>
                  <a:pt x="3741520" y="0"/>
                </a:lnTo>
                <a:lnTo>
                  <a:pt x="3741520" y="2053158"/>
                </a:lnTo>
                <a:lnTo>
                  <a:pt x="0" y="20531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262541" y="7649735"/>
            <a:ext cx="3741519" cy="2053159"/>
          </a:xfrm>
          <a:custGeom>
            <a:avLst/>
            <a:gdLst/>
            <a:ahLst/>
            <a:cxnLst/>
            <a:rect r="r" b="b" t="t" l="l"/>
            <a:pathLst>
              <a:path h="2053159" w="3741519">
                <a:moveTo>
                  <a:pt x="0" y="0"/>
                </a:moveTo>
                <a:lnTo>
                  <a:pt x="3741520" y="0"/>
                </a:lnTo>
                <a:lnTo>
                  <a:pt x="3741520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5271622" y="7649735"/>
            <a:ext cx="3741519" cy="2053159"/>
          </a:xfrm>
          <a:custGeom>
            <a:avLst/>
            <a:gdLst/>
            <a:ahLst/>
            <a:cxnLst/>
            <a:rect r="r" b="b" t="t" l="l"/>
            <a:pathLst>
              <a:path h="2053159" w="3741519">
                <a:moveTo>
                  <a:pt x="0" y="0"/>
                </a:moveTo>
                <a:lnTo>
                  <a:pt x="3741519" y="0"/>
                </a:lnTo>
                <a:lnTo>
                  <a:pt x="3741519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9277781" y="7649735"/>
            <a:ext cx="3741519" cy="2053159"/>
          </a:xfrm>
          <a:custGeom>
            <a:avLst/>
            <a:gdLst/>
            <a:ahLst/>
            <a:cxnLst/>
            <a:rect r="r" b="b" t="t" l="l"/>
            <a:pathLst>
              <a:path h="2053159" w="3741519">
                <a:moveTo>
                  <a:pt x="0" y="0"/>
                </a:moveTo>
                <a:lnTo>
                  <a:pt x="3741519" y="0"/>
                </a:lnTo>
                <a:lnTo>
                  <a:pt x="3741519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3283939" y="7649735"/>
            <a:ext cx="3741519" cy="2053159"/>
          </a:xfrm>
          <a:custGeom>
            <a:avLst/>
            <a:gdLst/>
            <a:ahLst/>
            <a:cxnLst/>
            <a:rect r="r" b="b" t="t" l="l"/>
            <a:pathLst>
              <a:path h="2053159" w="3741519">
                <a:moveTo>
                  <a:pt x="0" y="0"/>
                </a:moveTo>
                <a:lnTo>
                  <a:pt x="3741520" y="0"/>
                </a:lnTo>
                <a:lnTo>
                  <a:pt x="3741520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358401" y="584106"/>
            <a:ext cx="608866" cy="2053159"/>
          </a:xfrm>
          <a:custGeom>
            <a:avLst/>
            <a:gdLst/>
            <a:ahLst/>
            <a:cxnLst/>
            <a:rect r="r" b="b" t="t" l="l"/>
            <a:pathLst>
              <a:path h="2053159" w="608866">
                <a:moveTo>
                  <a:pt x="0" y="0"/>
                </a:moveTo>
                <a:lnTo>
                  <a:pt x="608865" y="0"/>
                </a:lnTo>
                <a:lnTo>
                  <a:pt x="608865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14506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358401" y="2954222"/>
            <a:ext cx="608866" cy="2053159"/>
          </a:xfrm>
          <a:custGeom>
            <a:avLst/>
            <a:gdLst/>
            <a:ahLst/>
            <a:cxnLst/>
            <a:rect r="r" b="b" t="t" l="l"/>
            <a:pathLst>
              <a:path h="2053159" w="608866">
                <a:moveTo>
                  <a:pt x="0" y="0"/>
                </a:moveTo>
                <a:lnTo>
                  <a:pt x="608865" y="0"/>
                </a:lnTo>
                <a:lnTo>
                  <a:pt x="608865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14506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358401" y="5324339"/>
            <a:ext cx="608866" cy="2053159"/>
          </a:xfrm>
          <a:custGeom>
            <a:avLst/>
            <a:gdLst/>
            <a:ahLst/>
            <a:cxnLst/>
            <a:rect r="r" b="b" t="t" l="l"/>
            <a:pathLst>
              <a:path h="2053159" w="608866">
                <a:moveTo>
                  <a:pt x="0" y="0"/>
                </a:moveTo>
                <a:lnTo>
                  <a:pt x="608865" y="0"/>
                </a:lnTo>
                <a:lnTo>
                  <a:pt x="608865" y="2053158"/>
                </a:lnTo>
                <a:lnTo>
                  <a:pt x="0" y="20531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14506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358401" y="7694455"/>
            <a:ext cx="608866" cy="2053159"/>
          </a:xfrm>
          <a:custGeom>
            <a:avLst/>
            <a:gdLst/>
            <a:ahLst/>
            <a:cxnLst/>
            <a:rect r="r" b="b" t="t" l="l"/>
            <a:pathLst>
              <a:path h="2053159" w="608866">
                <a:moveTo>
                  <a:pt x="0" y="0"/>
                </a:moveTo>
                <a:lnTo>
                  <a:pt x="608865" y="0"/>
                </a:lnTo>
                <a:lnTo>
                  <a:pt x="608865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14506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7292159" y="584106"/>
            <a:ext cx="608866" cy="2053159"/>
          </a:xfrm>
          <a:custGeom>
            <a:avLst/>
            <a:gdLst/>
            <a:ahLst/>
            <a:cxnLst/>
            <a:rect r="r" b="b" t="t" l="l"/>
            <a:pathLst>
              <a:path h="2053159" w="608866">
                <a:moveTo>
                  <a:pt x="0" y="0"/>
                </a:moveTo>
                <a:lnTo>
                  <a:pt x="608865" y="0"/>
                </a:lnTo>
                <a:lnTo>
                  <a:pt x="608865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14506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7292159" y="2954222"/>
            <a:ext cx="608866" cy="2053159"/>
          </a:xfrm>
          <a:custGeom>
            <a:avLst/>
            <a:gdLst/>
            <a:ahLst/>
            <a:cxnLst/>
            <a:rect r="r" b="b" t="t" l="l"/>
            <a:pathLst>
              <a:path h="2053159" w="608866">
                <a:moveTo>
                  <a:pt x="0" y="0"/>
                </a:moveTo>
                <a:lnTo>
                  <a:pt x="608865" y="0"/>
                </a:lnTo>
                <a:lnTo>
                  <a:pt x="608865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14506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7292159" y="5324339"/>
            <a:ext cx="608866" cy="2053159"/>
          </a:xfrm>
          <a:custGeom>
            <a:avLst/>
            <a:gdLst/>
            <a:ahLst/>
            <a:cxnLst/>
            <a:rect r="r" b="b" t="t" l="l"/>
            <a:pathLst>
              <a:path h="2053159" w="608866">
                <a:moveTo>
                  <a:pt x="0" y="0"/>
                </a:moveTo>
                <a:lnTo>
                  <a:pt x="608865" y="0"/>
                </a:lnTo>
                <a:lnTo>
                  <a:pt x="608865" y="2053158"/>
                </a:lnTo>
                <a:lnTo>
                  <a:pt x="0" y="20531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14506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7292159" y="7694455"/>
            <a:ext cx="608866" cy="2053159"/>
          </a:xfrm>
          <a:custGeom>
            <a:avLst/>
            <a:gdLst/>
            <a:ahLst/>
            <a:cxnLst/>
            <a:rect r="r" b="b" t="t" l="l"/>
            <a:pathLst>
              <a:path h="2053159" w="608866">
                <a:moveTo>
                  <a:pt x="0" y="0"/>
                </a:moveTo>
                <a:lnTo>
                  <a:pt x="608865" y="0"/>
                </a:lnTo>
                <a:lnTo>
                  <a:pt x="608865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14506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5260471">
            <a:off x="12980376" y="7972525"/>
            <a:ext cx="7200502" cy="8229600"/>
          </a:xfrm>
          <a:custGeom>
            <a:avLst/>
            <a:gdLst/>
            <a:ahLst/>
            <a:cxnLst/>
            <a:rect r="r" b="b" t="t" l="l"/>
            <a:pathLst>
              <a:path h="8229600" w="7200502">
                <a:moveTo>
                  <a:pt x="0" y="0"/>
                </a:moveTo>
                <a:lnTo>
                  <a:pt x="7200502" y="0"/>
                </a:lnTo>
                <a:lnTo>
                  <a:pt x="720050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true" rot="-1932924">
            <a:off x="8611180" y="8004111"/>
            <a:ext cx="11079087" cy="3545308"/>
          </a:xfrm>
          <a:custGeom>
            <a:avLst/>
            <a:gdLst/>
            <a:ahLst/>
            <a:cxnLst/>
            <a:rect r="r" b="b" t="t" l="l"/>
            <a:pathLst>
              <a:path h="3545308" w="11079087">
                <a:moveTo>
                  <a:pt x="0" y="3545308"/>
                </a:moveTo>
                <a:lnTo>
                  <a:pt x="11079087" y="3545308"/>
                </a:lnTo>
                <a:lnTo>
                  <a:pt x="11079087" y="0"/>
                </a:lnTo>
                <a:lnTo>
                  <a:pt x="0" y="0"/>
                </a:lnTo>
                <a:lnTo>
                  <a:pt x="0" y="3545308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2906917">
            <a:off x="-1043809" y="-5028585"/>
            <a:ext cx="7200502" cy="8229600"/>
          </a:xfrm>
          <a:custGeom>
            <a:avLst/>
            <a:gdLst/>
            <a:ahLst/>
            <a:cxnLst/>
            <a:rect r="r" b="b" t="t" l="l"/>
            <a:pathLst>
              <a:path h="8229600" w="7200502">
                <a:moveTo>
                  <a:pt x="0" y="0"/>
                </a:moveTo>
                <a:lnTo>
                  <a:pt x="7200502" y="0"/>
                </a:lnTo>
                <a:lnTo>
                  <a:pt x="720050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-1935087" y="-743954"/>
            <a:ext cx="11079087" cy="3545308"/>
          </a:xfrm>
          <a:custGeom>
            <a:avLst/>
            <a:gdLst/>
            <a:ahLst/>
            <a:cxnLst/>
            <a:rect r="r" b="b" t="t" l="l"/>
            <a:pathLst>
              <a:path h="3545308" w="11079087">
                <a:moveTo>
                  <a:pt x="0" y="0"/>
                </a:moveTo>
                <a:lnTo>
                  <a:pt x="11079087" y="0"/>
                </a:lnTo>
                <a:lnTo>
                  <a:pt x="11079087" y="3545308"/>
                </a:lnTo>
                <a:lnTo>
                  <a:pt x="0" y="35453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-405188" y="2018298"/>
            <a:ext cx="1433888" cy="1265406"/>
          </a:xfrm>
          <a:custGeom>
            <a:avLst/>
            <a:gdLst/>
            <a:ahLst/>
            <a:cxnLst/>
            <a:rect r="r" b="b" t="t" l="l"/>
            <a:pathLst>
              <a:path h="1265406" w="1433888">
                <a:moveTo>
                  <a:pt x="0" y="0"/>
                </a:moveTo>
                <a:lnTo>
                  <a:pt x="1433888" y="0"/>
                </a:lnTo>
                <a:lnTo>
                  <a:pt x="1433888" y="1265406"/>
                </a:lnTo>
                <a:lnTo>
                  <a:pt x="0" y="12654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-2473926">
            <a:off x="-496154" y="9477355"/>
            <a:ext cx="2325515" cy="598820"/>
          </a:xfrm>
          <a:custGeom>
            <a:avLst/>
            <a:gdLst/>
            <a:ahLst/>
            <a:cxnLst/>
            <a:rect r="r" b="b" t="t" l="l"/>
            <a:pathLst>
              <a:path h="598820" w="2325515">
                <a:moveTo>
                  <a:pt x="0" y="0"/>
                </a:moveTo>
                <a:lnTo>
                  <a:pt x="2325515" y="0"/>
                </a:lnTo>
                <a:lnTo>
                  <a:pt x="2325515" y="598820"/>
                </a:lnTo>
                <a:lnTo>
                  <a:pt x="0" y="59882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323603">
            <a:off x="17869630" y="1963448"/>
            <a:ext cx="710251" cy="892756"/>
          </a:xfrm>
          <a:custGeom>
            <a:avLst/>
            <a:gdLst/>
            <a:ahLst/>
            <a:cxnLst/>
            <a:rect r="r" b="b" t="t" l="l"/>
            <a:pathLst>
              <a:path h="892756" w="710251">
                <a:moveTo>
                  <a:pt x="0" y="0"/>
                </a:moveTo>
                <a:lnTo>
                  <a:pt x="710251" y="0"/>
                </a:lnTo>
                <a:lnTo>
                  <a:pt x="710251" y="892756"/>
                </a:lnTo>
                <a:lnTo>
                  <a:pt x="0" y="89275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127975" t="-28590" r="-17420" b="-104172"/>
            </a:stretch>
          </a:blipFill>
        </p:spPr>
      </p:sp>
      <p:sp>
        <p:nvSpPr>
          <p:cNvPr name="Freeform 33" id="33"/>
          <p:cNvSpPr/>
          <p:nvPr/>
        </p:nvSpPr>
        <p:spPr>
          <a:xfrm flipH="true" flipV="false" rot="-873099">
            <a:off x="17115237" y="242182"/>
            <a:ext cx="1428017" cy="1622746"/>
          </a:xfrm>
          <a:custGeom>
            <a:avLst/>
            <a:gdLst/>
            <a:ahLst/>
            <a:cxnLst/>
            <a:rect r="r" b="b" t="t" l="l"/>
            <a:pathLst>
              <a:path h="1622746" w="1428017">
                <a:moveTo>
                  <a:pt x="1428017" y="0"/>
                </a:moveTo>
                <a:lnTo>
                  <a:pt x="0" y="0"/>
                </a:lnTo>
                <a:lnTo>
                  <a:pt x="0" y="1622747"/>
                </a:lnTo>
                <a:lnTo>
                  <a:pt x="1428017" y="1622747"/>
                </a:lnTo>
                <a:lnTo>
                  <a:pt x="1428017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2240733" y="3108515"/>
            <a:ext cx="4585940" cy="4585940"/>
          </a:xfrm>
          <a:custGeom>
            <a:avLst/>
            <a:gdLst/>
            <a:ahLst/>
            <a:cxnLst/>
            <a:rect r="r" b="b" t="t" l="l"/>
            <a:pathLst>
              <a:path h="4585940" w="4585940">
                <a:moveTo>
                  <a:pt x="0" y="0"/>
                </a:moveTo>
                <a:lnTo>
                  <a:pt x="4585939" y="0"/>
                </a:lnTo>
                <a:lnTo>
                  <a:pt x="4585939" y="4585940"/>
                </a:lnTo>
                <a:lnTo>
                  <a:pt x="0" y="458594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6237945" y="1399173"/>
            <a:ext cx="6085186" cy="1590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 b="true">
                <a:solidFill>
                  <a:srgbClr val="485B90"/>
                </a:solidFill>
                <a:latin typeface="Cakerolli Ultra-Bold"/>
                <a:ea typeface="Cakerolli Ultra-Bold"/>
                <a:cs typeface="Cakerolli Ultra-Bold"/>
                <a:sym typeface="Cakerolli Ultra-Bold"/>
              </a:rPr>
              <a:t>Email Marketing</a:t>
            </a:r>
          </a:p>
        </p:txBody>
      </p:sp>
      <p:sp>
        <p:nvSpPr>
          <p:cNvPr name="Freeform 36" id="36"/>
          <p:cNvSpPr/>
          <p:nvPr/>
        </p:nvSpPr>
        <p:spPr>
          <a:xfrm flipH="false" flipV="false" rot="0">
            <a:off x="7803714" y="4356740"/>
            <a:ext cx="440199" cy="420779"/>
          </a:xfrm>
          <a:custGeom>
            <a:avLst/>
            <a:gdLst/>
            <a:ahLst/>
            <a:cxnLst/>
            <a:rect r="r" b="b" t="t" l="l"/>
            <a:pathLst>
              <a:path h="420779" w="440199">
                <a:moveTo>
                  <a:pt x="0" y="0"/>
                </a:moveTo>
                <a:lnTo>
                  <a:pt x="440200" y="0"/>
                </a:lnTo>
                <a:lnTo>
                  <a:pt x="440200" y="420779"/>
                </a:lnTo>
                <a:lnTo>
                  <a:pt x="0" y="42077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-27746" t="-175875" r="-135957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8518985" y="3890015"/>
            <a:ext cx="8257044" cy="3274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90"/>
              </a:lnSpc>
            </a:pPr>
            <a:r>
              <a:rPr lang="en-US" sz="3079" b="true">
                <a:solidFill>
                  <a:srgbClr val="E080B4"/>
                </a:solidFill>
                <a:latin typeface="Cakerolli Semi-Bold"/>
                <a:ea typeface="Cakerolli Semi-Bold"/>
                <a:cs typeface="Cakerolli Semi-Bold"/>
                <a:sym typeface="Cakerolli Semi-Bold"/>
              </a:rPr>
              <a:t>Effectiveness of email marketing </a:t>
            </a:r>
          </a:p>
          <a:p>
            <a:pPr algn="l">
              <a:lnSpc>
                <a:spcPts val="6190"/>
              </a:lnSpc>
            </a:pPr>
            <a:r>
              <a:rPr lang="en-US" sz="3079" b="true">
                <a:solidFill>
                  <a:srgbClr val="E080B4"/>
                </a:solidFill>
                <a:latin typeface="Cakerolli Semi-Bold"/>
                <a:ea typeface="Cakerolli Semi-Bold"/>
                <a:cs typeface="Cakerolli Semi-Bold"/>
                <a:sym typeface="Cakerolli Semi-Bold"/>
              </a:rPr>
              <a:t>Building an email list </a:t>
            </a:r>
          </a:p>
          <a:p>
            <a:pPr algn="l">
              <a:lnSpc>
                <a:spcPts val="6190"/>
              </a:lnSpc>
            </a:pPr>
            <a:r>
              <a:rPr lang="en-US" sz="3079" b="true">
                <a:solidFill>
                  <a:srgbClr val="E080B4"/>
                </a:solidFill>
                <a:latin typeface="Cakerolli Semi-Bold"/>
                <a:ea typeface="Cakerolli Semi-Bold"/>
                <a:cs typeface="Cakerolli Semi-Bold"/>
                <a:sym typeface="Cakerolli Semi-Bold"/>
              </a:rPr>
              <a:t>Creating personalized and targeted campaigns </a:t>
            </a:r>
          </a:p>
          <a:p>
            <a:pPr algn="l">
              <a:lnSpc>
                <a:spcPts val="6190"/>
              </a:lnSpc>
            </a:pPr>
            <a:r>
              <a:rPr lang="en-US" sz="3079" b="true">
                <a:solidFill>
                  <a:srgbClr val="E080B4"/>
                </a:solidFill>
                <a:latin typeface="Cakerolli Semi-Bold"/>
                <a:ea typeface="Cakerolli Semi-Bold"/>
                <a:cs typeface="Cakerolli Semi-Bold"/>
                <a:sym typeface="Cakerolli Semi-Bold"/>
              </a:rPr>
              <a:t>Analyzing email metrics</a:t>
            </a:r>
          </a:p>
        </p:txBody>
      </p:sp>
      <p:sp>
        <p:nvSpPr>
          <p:cNvPr name="Freeform 38" id="38"/>
          <p:cNvSpPr/>
          <p:nvPr/>
        </p:nvSpPr>
        <p:spPr>
          <a:xfrm flipH="false" flipV="false" rot="0">
            <a:off x="7803714" y="5138219"/>
            <a:ext cx="440199" cy="420779"/>
          </a:xfrm>
          <a:custGeom>
            <a:avLst/>
            <a:gdLst/>
            <a:ahLst/>
            <a:cxnLst/>
            <a:rect r="r" b="b" t="t" l="l"/>
            <a:pathLst>
              <a:path h="420779" w="440199">
                <a:moveTo>
                  <a:pt x="0" y="0"/>
                </a:moveTo>
                <a:lnTo>
                  <a:pt x="440200" y="0"/>
                </a:lnTo>
                <a:lnTo>
                  <a:pt x="440200" y="420779"/>
                </a:lnTo>
                <a:lnTo>
                  <a:pt x="0" y="42077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-27746" t="-175875" r="-135957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7803714" y="5892373"/>
            <a:ext cx="440199" cy="420779"/>
          </a:xfrm>
          <a:custGeom>
            <a:avLst/>
            <a:gdLst/>
            <a:ahLst/>
            <a:cxnLst/>
            <a:rect r="r" b="b" t="t" l="l"/>
            <a:pathLst>
              <a:path h="420779" w="440199">
                <a:moveTo>
                  <a:pt x="0" y="0"/>
                </a:moveTo>
                <a:lnTo>
                  <a:pt x="440200" y="0"/>
                </a:lnTo>
                <a:lnTo>
                  <a:pt x="440200" y="420778"/>
                </a:lnTo>
                <a:lnTo>
                  <a:pt x="0" y="42077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-27746" t="-175875" r="-135957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7803714" y="6665576"/>
            <a:ext cx="440199" cy="420779"/>
          </a:xfrm>
          <a:custGeom>
            <a:avLst/>
            <a:gdLst/>
            <a:ahLst/>
            <a:cxnLst/>
            <a:rect r="r" b="b" t="t" l="l"/>
            <a:pathLst>
              <a:path h="420779" w="440199">
                <a:moveTo>
                  <a:pt x="0" y="0"/>
                </a:moveTo>
                <a:lnTo>
                  <a:pt x="440200" y="0"/>
                </a:lnTo>
                <a:lnTo>
                  <a:pt x="440200" y="420779"/>
                </a:lnTo>
                <a:lnTo>
                  <a:pt x="0" y="42077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-27746" t="-175875" r="-135957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A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62541" y="584106"/>
            <a:ext cx="3741519" cy="2053159"/>
          </a:xfrm>
          <a:custGeom>
            <a:avLst/>
            <a:gdLst/>
            <a:ahLst/>
            <a:cxnLst/>
            <a:rect r="r" b="b" t="t" l="l"/>
            <a:pathLst>
              <a:path h="2053159" w="3741519">
                <a:moveTo>
                  <a:pt x="0" y="0"/>
                </a:moveTo>
                <a:lnTo>
                  <a:pt x="3741520" y="0"/>
                </a:lnTo>
                <a:lnTo>
                  <a:pt x="3741520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271622" y="584106"/>
            <a:ext cx="3741519" cy="2053159"/>
          </a:xfrm>
          <a:custGeom>
            <a:avLst/>
            <a:gdLst/>
            <a:ahLst/>
            <a:cxnLst/>
            <a:rect r="r" b="b" t="t" l="l"/>
            <a:pathLst>
              <a:path h="2053159" w="3741519">
                <a:moveTo>
                  <a:pt x="0" y="0"/>
                </a:moveTo>
                <a:lnTo>
                  <a:pt x="3741519" y="0"/>
                </a:lnTo>
                <a:lnTo>
                  <a:pt x="3741519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277781" y="584106"/>
            <a:ext cx="3741519" cy="2053159"/>
          </a:xfrm>
          <a:custGeom>
            <a:avLst/>
            <a:gdLst/>
            <a:ahLst/>
            <a:cxnLst/>
            <a:rect r="r" b="b" t="t" l="l"/>
            <a:pathLst>
              <a:path h="2053159" w="3741519">
                <a:moveTo>
                  <a:pt x="0" y="0"/>
                </a:moveTo>
                <a:lnTo>
                  <a:pt x="3741519" y="0"/>
                </a:lnTo>
                <a:lnTo>
                  <a:pt x="3741519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283939" y="584106"/>
            <a:ext cx="3741519" cy="2053159"/>
          </a:xfrm>
          <a:custGeom>
            <a:avLst/>
            <a:gdLst/>
            <a:ahLst/>
            <a:cxnLst/>
            <a:rect r="r" b="b" t="t" l="l"/>
            <a:pathLst>
              <a:path h="2053159" w="3741519">
                <a:moveTo>
                  <a:pt x="0" y="0"/>
                </a:moveTo>
                <a:lnTo>
                  <a:pt x="3741520" y="0"/>
                </a:lnTo>
                <a:lnTo>
                  <a:pt x="3741520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62541" y="2954222"/>
            <a:ext cx="3741519" cy="2053159"/>
          </a:xfrm>
          <a:custGeom>
            <a:avLst/>
            <a:gdLst/>
            <a:ahLst/>
            <a:cxnLst/>
            <a:rect r="r" b="b" t="t" l="l"/>
            <a:pathLst>
              <a:path h="2053159" w="3741519">
                <a:moveTo>
                  <a:pt x="0" y="0"/>
                </a:moveTo>
                <a:lnTo>
                  <a:pt x="3741520" y="0"/>
                </a:lnTo>
                <a:lnTo>
                  <a:pt x="3741520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271622" y="2954222"/>
            <a:ext cx="3741519" cy="2053159"/>
          </a:xfrm>
          <a:custGeom>
            <a:avLst/>
            <a:gdLst/>
            <a:ahLst/>
            <a:cxnLst/>
            <a:rect r="r" b="b" t="t" l="l"/>
            <a:pathLst>
              <a:path h="2053159" w="3741519">
                <a:moveTo>
                  <a:pt x="0" y="0"/>
                </a:moveTo>
                <a:lnTo>
                  <a:pt x="3741519" y="0"/>
                </a:lnTo>
                <a:lnTo>
                  <a:pt x="3741519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277781" y="2954222"/>
            <a:ext cx="3741519" cy="2053159"/>
          </a:xfrm>
          <a:custGeom>
            <a:avLst/>
            <a:gdLst/>
            <a:ahLst/>
            <a:cxnLst/>
            <a:rect r="r" b="b" t="t" l="l"/>
            <a:pathLst>
              <a:path h="2053159" w="3741519">
                <a:moveTo>
                  <a:pt x="0" y="0"/>
                </a:moveTo>
                <a:lnTo>
                  <a:pt x="3741519" y="0"/>
                </a:lnTo>
                <a:lnTo>
                  <a:pt x="3741519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283939" y="2954222"/>
            <a:ext cx="3741519" cy="2053159"/>
          </a:xfrm>
          <a:custGeom>
            <a:avLst/>
            <a:gdLst/>
            <a:ahLst/>
            <a:cxnLst/>
            <a:rect r="r" b="b" t="t" l="l"/>
            <a:pathLst>
              <a:path h="2053159" w="3741519">
                <a:moveTo>
                  <a:pt x="0" y="0"/>
                </a:moveTo>
                <a:lnTo>
                  <a:pt x="3741520" y="0"/>
                </a:lnTo>
                <a:lnTo>
                  <a:pt x="3741520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62541" y="5301979"/>
            <a:ext cx="3741519" cy="2053159"/>
          </a:xfrm>
          <a:custGeom>
            <a:avLst/>
            <a:gdLst/>
            <a:ahLst/>
            <a:cxnLst/>
            <a:rect r="r" b="b" t="t" l="l"/>
            <a:pathLst>
              <a:path h="2053159" w="3741519">
                <a:moveTo>
                  <a:pt x="0" y="0"/>
                </a:moveTo>
                <a:lnTo>
                  <a:pt x="3741520" y="0"/>
                </a:lnTo>
                <a:lnTo>
                  <a:pt x="3741520" y="2053158"/>
                </a:lnTo>
                <a:lnTo>
                  <a:pt x="0" y="20531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271622" y="5301979"/>
            <a:ext cx="3741519" cy="2053159"/>
          </a:xfrm>
          <a:custGeom>
            <a:avLst/>
            <a:gdLst/>
            <a:ahLst/>
            <a:cxnLst/>
            <a:rect r="r" b="b" t="t" l="l"/>
            <a:pathLst>
              <a:path h="2053159" w="3741519">
                <a:moveTo>
                  <a:pt x="0" y="0"/>
                </a:moveTo>
                <a:lnTo>
                  <a:pt x="3741519" y="0"/>
                </a:lnTo>
                <a:lnTo>
                  <a:pt x="3741519" y="2053158"/>
                </a:lnTo>
                <a:lnTo>
                  <a:pt x="0" y="20531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277781" y="5301979"/>
            <a:ext cx="3741519" cy="2053159"/>
          </a:xfrm>
          <a:custGeom>
            <a:avLst/>
            <a:gdLst/>
            <a:ahLst/>
            <a:cxnLst/>
            <a:rect r="r" b="b" t="t" l="l"/>
            <a:pathLst>
              <a:path h="2053159" w="3741519">
                <a:moveTo>
                  <a:pt x="0" y="0"/>
                </a:moveTo>
                <a:lnTo>
                  <a:pt x="3741519" y="0"/>
                </a:lnTo>
                <a:lnTo>
                  <a:pt x="3741519" y="2053158"/>
                </a:lnTo>
                <a:lnTo>
                  <a:pt x="0" y="20531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3283939" y="5301979"/>
            <a:ext cx="3741519" cy="2053159"/>
          </a:xfrm>
          <a:custGeom>
            <a:avLst/>
            <a:gdLst/>
            <a:ahLst/>
            <a:cxnLst/>
            <a:rect r="r" b="b" t="t" l="l"/>
            <a:pathLst>
              <a:path h="2053159" w="3741519">
                <a:moveTo>
                  <a:pt x="0" y="0"/>
                </a:moveTo>
                <a:lnTo>
                  <a:pt x="3741520" y="0"/>
                </a:lnTo>
                <a:lnTo>
                  <a:pt x="3741520" y="2053158"/>
                </a:lnTo>
                <a:lnTo>
                  <a:pt x="0" y="20531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262541" y="7649735"/>
            <a:ext cx="3741519" cy="2053159"/>
          </a:xfrm>
          <a:custGeom>
            <a:avLst/>
            <a:gdLst/>
            <a:ahLst/>
            <a:cxnLst/>
            <a:rect r="r" b="b" t="t" l="l"/>
            <a:pathLst>
              <a:path h="2053159" w="3741519">
                <a:moveTo>
                  <a:pt x="0" y="0"/>
                </a:moveTo>
                <a:lnTo>
                  <a:pt x="3741520" y="0"/>
                </a:lnTo>
                <a:lnTo>
                  <a:pt x="3741520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5271622" y="7649735"/>
            <a:ext cx="3741519" cy="2053159"/>
          </a:xfrm>
          <a:custGeom>
            <a:avLst/>
            <a:gdLst/>
            <a:ahLst/>
            <a:cxnLst/>
            <a:rect r="r" b="b" t="t" l="l"/>
            <a:pathLst>
              <a:path h="2053159" w="3741519">
                <a:moveTo>
                  <a:pt x="0" y="0"/>
                </a:moveTo>
                <a:lnTo>
                  <a:pt x="3741519" y="0"/>
                </a:lnTo>
                <a:lnTo>
                  <a:pt x="3741519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9277781" y="7649735"/>
            <a:ext cx="3741519" cy="2053159"/>
          </a:xfrm>
          <a:custGeom>
            <a:avLst/>
            <a:gdLst/>
            <a:ahLst/>
            <a:cxnLst/>
            <a:rect r="r" b="b" t="t" l="l"/>
            <a:pathLst>
              <a:path h="2053159" w="3741519">
                <a:moveTo>
                  <a:pt x="0" y="0"/>
                </a:moveTo>
                <a:lnTo>
                  <a:pt x="3741519" y="0"/>
                </a:lnTo>
                <a:lnTo>
                  <a:pt x="3741519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3283939" y="7649735"/>
            <a:ext cx="3741519" cy="2053159"/>
          </a:xfrm>
          <a:custGeom>
            <a:avLst/>
            <a:gdLst/>
            <a:ahLst/>
            <a:cxnLst/>
            <a:rect r="r" b="b" t="t" l="l"/>
            <a:pathLst>
              <a:path h="2053159" w="3741519">
                <a:moveTo>
                  <a:pt x="0" y="0"/>
                </a:moveTo>
                <a:lnTo>
                  <a:pt x="3741520" y="0"/>
                </a:lnTo>
                <a:lnTo>
                  <a:pt x="3741520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358401" y="584106"/>
            <a:ext cx="608866" cy="2053159"/>
          </a:xfrm>
          <a:custGeom>
            <a:avLst/>
            <a:gdLst/>
            <a:ahLst/>
            <a:cxnLst/>
            <a:rect r="r" b="b" t="t" l="l"/>
            <a:pathLst>
              <a:path h="2053159" w="608866">
                <a:moveTo>
                  <a:pt x="0" y="0"/>
                </a:moveTo>
                <a:lnTo>
                  <a:pt x="608865" y="0"/>
                </a:lnTo>
                <a:lnTo>
                  <a:pt x="608865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14506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358401" y="2954222"/>
            <a:ext cx="608866" cy="2053159"/>
          </a:xfrm>
          <a:custGeom>
            <a:avLst/>
            <a:gdLst/>
            <a:ahLst/>
            <a:cxnLst/>
            <a:rect r="r" b="b" t="t" l="l"/>
            <a:pathLst>
              <a:path h="2053159" w="608866">
                <a:moveTo>
                  <a:pt x="0" y="0"/>
                </a:moveTo>
                <a:lnTo>
                  <a:pt x="608865" y="0"/>
                </a:lnTo>
                <a:lnTo>
                  <a:pt x="608865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14506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358401" y="5324339"/>
            <a:ext cx="608866" cy="2053159"/>
          </a:xfrm>
          <a:custGeom>
            <a:avLst/>
            <a:gdLst/>
            <a:ahLst/>
            <a:cxnLst/>
            <a:rect r="r" b="b" t="t" l="l"/>
            <a:pathLst>
              <a:path h="2053159" w="608866">
                <a:moveTo>
                  <a:pt x="0" y="0"/>
                </a:moveTo>
                <a:lnTo>
                  <a:pt x="608865" y="0"/>
                </a:lnTo>
                <a:lnTo>
                  <a:pt x="608865" y="2053158"/>
                </a:lnTo>
                <a:lnTo>
                  <a:pt x="0" y="20531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14506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358401" y="7694455"/>
            <a:ext cx="608866" cy="2053159"/>
          </a:xfrm>
          <a:custGeom>
            <a:avLst/>
            <a:gdLst/>
            <a:ahLst/>
            <a:cxnLst/>
            <a:rect r="r" b="b" t="t" l="l"/>
            <a:pathLst>
              <a:path h="2053159" w="608866">
                <a:moveTo>
                  <a:pt x="0" y="0"/>
                </a:moveTo>
                <a:lnTo>
                  <a:pt x="608865" y="0"/>
                </a:lnTo>
                <a:lnTo>
                  <a:pt x="608865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14506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7292159" y="584106"/>
            <a:ext cx="608866" cy="2053159"/>
          </a:xfrm>
          <a:custGeom>
            <a:avLst/>
            <a:gdLst/>
            <a:ahLst/>
            <a:cxnLst/>
            <a:rect r="r" b="b" t="t" l="l"/>
            <a:pathLst>
              <a:path h="2053159" w="608866">
                <a:moveTo>
                  <a:pt x="0" y="0"/>
                </a:moveTo>
                <a:lnTo>
                  <a:pt x="608865" y="0"/>
                </a:lnTo>
                <a:lnTo>
                  <a:pt x="608865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14506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7292159" y="2954222"/>
            <a:ext cx="608866" cy="2053159"/>
          </a:xfrm>
          <a:custGeom>
            <a:avLst/>
            <a:gdLst/>
            <a:ahLst/>
            <a:cxnLst/>
            <a:rect r="r" b="b" t="t" l="l"/>
            <a:pathLst>
              <a:path h="2053159" w="608866">
                <a:moveTo>
                  <a:pt x="0" y="0"/>
                </a:moveTo>
                <a:lnTo>
                  <a:pt x="608865" y="0"/>
                </a:lnTo>
                <a:lnTo>
                  <a:pt x="608865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14506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7292159" y="5324339"/>
            <a:ext cx="608866" cy="2053159"/>
          </a:xfrm>
          <a:custGeom>
            <a:avLst/>
            <a:gdLst/>
            <a:ahLst/>
            <a:cxnLst/>
            <a:rect r="r" b="b" t="t" l="l"/>
            <a:pathLst>
              <a:path h="2053159" w="608866">
                <a:moveTo>
                  <a:pt x="0" y="0"/>
                </a:moveTo>
                <a:lnTo>
                  <a:pt x="608865" y="0"/>
                </a:lnTo>
                <a:lnTo>
                  <a:pt x="608865" y="2053158"/>
                </a:lnTo>
                <a:lnTo>
                  <a:pt x="0" y="20531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14506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7292159" y="7694455"/>
            <a:ext cx="608866" cy="2053159"/>
          </a:xfrm>
          <a:custGeom>
            <a:avLst/>
            <a:gdLst/>
            <a:ahLst/>
            <a:cxnLst/>
            <a:rect r="r" b="b" t="t" l="l"/>
            <a:pathLst>
              <a:path h="2053159" w="608866">
                <a:moveTo>
                  <a:pt x="0" y="0"/>
                </a:moveTo>
                <a:lnTo>
                  <a:pt x="608865" y="0"/>
                </a:lnTo>
                <a:lnTo>
                  <a:pt x="608865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14506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5260471">
            <a:off x="12980376" y="7972525"/>
            <a:ext cx="7200502" cy="8229600"/>
          </a:xfrm>
          <a:custGeom>
            <a:avLst/>
            <a:gdLst/>
            <a:ahLst/>
            <a:cxnLst/>
            <a:rect r="r" b="b" t="t" l="l"/>
            <a:pathLst>
              <a:path h="8229600" w="7200502">
                <a:moveTo>
                  <a:pt x="0" y="0"/>
                </a:moveTo>
                <a:lnTo>
                  <a:pt x="7200502" y="0"/>
                </a:lnTo>
                <a:lnTo>
                  <a:pt x="720050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true" rot="-1932924">
            <a:off x="8611180" y="8004111"/>
            <a:ext cx="11079087" cy="3545308"/>
          </a:xfrm>
          <a:custGeom>
            <a:avLst/>
            <a:gdLst/>
            <a:ahLst/>
            <a:cxnLst/>
            <a:rect r="r" b="b" t="t" l="l"/>
            <a:pathLst>
              <a:path h="3545308" w="11079087">
                <a:moveTo>
                  <a:pt x="0" y="3545308"/>
                </a:moveTo>
                <a:lnTo>
                  <a:pt x="11079087" y="3545308"/>
                </a:lnTo>
                <a:lnTo>
                  <a:pt x="11079087" y="0"/>
                </a:lnTo>
                <a:lnTo>
                  <a:pt x="0" y="0"/>
                </a:lnTo>
                <a:lnTo>
                  <a:pt x="0" y="3545308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2906917">
            <a:off x="-1043809" y="-5028585"/>
            <a:ext cx="7200502" cy="8229600"/>
          </a:xfrm>
          <a:custGeom>
            <a:avLst/>
            <a:gdLst/>
            <a:ahLst/>
            <a:cxnLst/>
            <a:rect r="r" b="b" t="t" l="l"/>
            <a:pathLst>
              <a:path h="8229600" w="7200502">
                <a:moveTo>
                  <a:pt x="0" y="0"/>
                </a:moveTo>
                <a:lnTo>
                  <a:pt x="7200502" y="0"/>
                </a:lnTo>
                <a:lnTo>
                  <a:pt x="720050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-1935087" y="-743954"/>
            <a:ext cx="11079087" cy="3545308"/>
          </a:xfrm>
          <a:custGeom>
            <a:avLst/>
            <a:gdLst/>
            <a:ahLst/>
            <a:cxnLst/>
            <a:rect r="r" b="b" t="t" l="l"/>
            <a:pathLst>
              <a:path h="3545308" w="11079087">
                <a:moveTo>
                  <a:pt x="0" y="0"/>
                </a:moveTo>
                <a:lnTo>
                  <a:pt x="11079087" y="0"/>
                </a:lnTo>
                <a:lnTo>
                  <a:pt x="11079087" y="3545308"/>
                </a:lnTo>
                <a:lnTo>
                  <a:pt x="0" y="35453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-405188" y="2018298"/>
            <a:ext cx="1433888" cy="1265406"/>
          </a:xfrm>
          <a:custGeom>
            <a:avLst/>
            <a:gdLst/>
            <a:ahLst/>
            <a:cxnLst/>
            <a:rect r="r" b="b" t="t" l="l"/>
            <a:pathLst>
              <a:path h="1265406" w="1433888">
                <a:moveTo>
                  <a:pt x="0" y="0"/>
                </a:moveTo>
                <a:lnTo>
                  <a:pt x="1433888" y="0"/>
                </a:lnTo>
                <a:lnTo>
                  <a:pt x="1433888" y="1265406"/>
                </a:lnTo>
                <a:lnTo>
                  <a:pt x="0" y="12654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-2473926">
            <a:off x="-496154" y="9477355"/>
            <a:ext cx="2325515" cy="598820"/>
          </a:xfrm>
          <a:custGeom>
            <a:avLst/>
            <a:gdLst/>
            <a:ahLst/>
            <a:cxnLst/>
            <a:rect r="r" b="b" t="t" l="l"/>
            <a:pathLst>
              <a:path h="598820" w="2325515">
                <a:moveTo>
                  <a:pt x="0" y="0"/>
                </a:moveTo>
                <a:lnTo>
                  <a:pt x="2325515" y="0"/>
                </a:lnTo>
                <a:lnTo>
                  <a:pt x="2325515" y="598820"/>
                </a:lnTo>
                <a:lnTo>
                  <a:pt x="0" y="59882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323603">
            <a:off x="17869630" y="1963448"/>
            <a:ext cx="710251" cy="892756"/>
          </a:xfrm>
          <a:custGeom>
            <a:avLst/>
            <a:gdLst/>
            <a:ahLst/>
            <a:cxnLst/>
            <a:rect r="r" b="b" t="t" l="l"/>
            <a:pathLst>
              <a:path h="892756" w="710251">
                <a:moveTo>
                  <a:pt x="0" y="0"/>
                </a:moveTo>
                <a:lnTo>
                  <a:pt x="710251" y="0"/>
                </a:lnTo>
                <a:lnTo>
                  <a:pt x="710251" y="892756"/>
                </a:lnTo>
                <a:lnTo>
                  <a:pt x="0" y="89275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127975" t="-28590" r="-17420" b="-104172"/>
            </a:stretch>
          </a:blipFill>
        </p:spPr>
      </p:sp>
      <p:sp>
        <p:nvSpPr>
          <p:cNvPr name="Freeform 33" id="33"/>
          <p:cNvSpPr/>
          <p:nvPr/>
        </p:nvSpPr>
        <p:spPr>
          <a:xfrm flipH="true" flipV="false" rot="-873099">
            <a:off x="17115237" y="242182"/>
            <a:ext cx="1428017" cy="1622746"/>
          </a:xfrm>
          <a:custGeom>
            <a:avLst/>
            <a:gdLst/>
            <a:ahLst/>
            <a:cxnLst/>
            <a:rect r="r" b="b" t="t" l="l"/>
            <a:pathLst>
              <a:path h="1622746" w="1428017">
                <a:moveTo>
                  <a:pt x="1428017" y="0"/>
                </a:moveTo>
                <a:lnTo>
                  <a:pt x="0" y="0"/>
                </a:lnTo>
                <a:lnTo>
                  <a:pt x="0" y="1622747"/>
                </a:lnTo>
                <a:lnTo>
                  <a:pt x="1428017" y="1622747"/>
                </a:lnTo>
                <a:lnTo>
                  <a:pt x="1428017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3133301" y="3283704"/>
            <a:ext cx="2557130" cy="4422709"/>
          </a:xfrm>
          <a:custGeom>
            <a:avLst/>
            <a:gdLst/>
            <a:ahLst/>
            <a:cxnLst/>
            <a:rect r="r" b="b" t="t" l="l"/>
            <a:pathLst>
              <a:path h="4422709" w="2557130">
                <a:moveTo>
                  <a:pt x="0" y="0"/>
                </a:moveTo>
                <a:lnTo>
                  <a:pt x="2557130" y="0"/>
                </a:lnTo>
                <a:lnTo>
                  <a:pt x="2557130" y="4422709"/>
                </a:lnTo>
                <a:lnTo>
                  <a:pt x="0" y="442270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5805525" y="1399173"/>
            <a:ext cx="6875815" cy="1590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 b="true">
                <a:solidFill>
                  <a:srgbClr val="485B90"/>
                </a:solidFill>
                <a:latin typeface="Cakerolli Ultra-Bold"/>
                <a:ea typeface="Cakerolli Ultra-Bold"/>
                <a:cs typeface="Cakerolli Ultra-Bold"/>
                <a:sym typeface="Cakerolli Ultra-Bold"/>
              </a:rPr>
              <a:t>Content Marketing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282277" y="3550656"/>
            <a:ext cx="8873245" cy="4059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59"/>
              </a:lnSpc>
            </a:pPr>
            <a:r>
              <a:rPr lang="en-US" sz="3079" b="true">
                <a:solidFill>
                  <a:srgbClr val="3BAB64"/>
                </a:solidFill>
                <a:latin typeface="Cakerolli Semi-Bold"/>
                <a:ea typeface="Cakerolli Semi-Bold"/>
                <a:cs typeface="Cakerolli Semi-Bold"/>
                <a:sym typeface="Cakerolli Semi-Bold"/>
              </a:rPr>
              <a:t>The significance of content marketing </a:t>
            </a:r>
          </a:p>
          <a:p>
            <a:pPr algn="l">
              <a:lnSpc>
                <a:spcPts val="6159"/>
              </a:lnSpc>
            </a:pPr>
            <a:r>
              <a:rPr lang="en-US" sz="3079" b="true">
                <a:solidFill>
                  <a:srgbClr val="3BAB64"/>
                </a:solidFill>
                <a:latin typeface="Cakerolli Semi-Bold"/>
                <a:ea typeface="Cakerolli Semi-Bold"/>
                <a:cs typeface="Cakerolli Semi-Bold"/>
                <a:sym typeface="Cakerolli Semi-Bold"/>
              </a:rPr>
              <a:t>Providing valuable information </a:t>
            </a:r>
          </a:p>
          <a:p>
            <a:pPr algn="l">
              <a:lnSpc>
                <a:spcPts val="6159"/>
              </a:lnSpc>
            </a:pPr>
            <a:r>
              <a:rPr lang="en-US" sz="3079" b="true">
                <a:solidFill>
                  <a:srgbClr val="3BAB64"/>
                </a:solidFill>
                <a:latin typeface="Cakerolli Semi-Bold"/>
                <a:ea typeface="Cakerolli Semi-Bold"/>
                <a:cs typeface="Cakerolli Semi-Bold"/>
                <a:sym typeface="Cakerolli Semi-Bold"/>
              </a:rPr>
              <a:t>Building brand authority </a:t>
            </a:r>
          </a:p>
          <a:p>
            <a:pPr algn="l">
              <a:lnSpc>
                <a:spcPts val="6159"/>
              </a:lnSpc>
            </a:pPr>
            <a:r>
              <a:rPr lang="en-US" sz="3079" b="true">
                <a:solidFill>
                  <a:srgbClr val="3BAB64"/>
                </a:solidFill>
                <a:latin typeface="Cakerolli Semi-Bold"/>
                <a:ea typeface="Cakerolli Semi-Bold"/>
                <a:cs typeface="Cakerolli Semi-Bold"/>
                <a:sym typeface="Cakerolli Semi-Bold"/>
              </a:rPr>
              <a:t>Creating and distributing relevant and engaging content</a:t>
            </a:r>
          </a:p>
        </p:txBody>
      </p:sp>
      <p:sp>
        <p:nvSpPr>
          <p:cNvPr name="Freeform 37" id="37"/>
          <p:cNvSpPr/>
          <p:nvPr/>
        </p:nvSpPr>
        <p:spPr>
          <a:xfrm flipH="false" flipV="false" rot="323603">
            <a:off x="6607326" y="3966041"/>
            <a:ext cx="453044" cy="569458"/>
          </a:xfrm>
          <a:custGeom>
            <a:avLst/>
            <a:gdLst/>
            <a:ahLst/>
            <a:cxnLst/>
            <a:rect r="r" b="b" t="t" l="l"/>
            <a:pathLst>
              <a:path h="569458" w="453044">
                <a:moveTo>
                  <a:pt x="0" y="0"/>
                </a:moveTo>
                <a:lnTo>
                  <a:pt x="453045" y="0"/>
                </a:lnTo>
                <a:lnTo>
                  <a:pt x="453045" y="569458"/>
                </a:lnTo>
                <a:lnTo>
                  <a:pt x="0" y="56945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-127975" t="-28590" r="-17420" b="-104172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323603">
            <a:off x="6607326" y="4696053"/>
            <a:ext cx="453044" cy="569458"/>
          </a:xfrm>
          <a:custGeom>
            <a:avLst/>
            <a:gdLst/>
            <a:ahLst/>
            <a:cxnLst/>
            <a:rect r="r" b="b" t="t" l="l"/>
            <a:pathLst>
              <a:path h="569458" w="453044">
                <a:moveTo>
                  <a:pt x="0" y="0"/>
                </a:moveTo>
                <a:lnTo>
                  <a:pt x="453045" y="0"/>
                </a:lnTo>
                <a:lnTo>
                  <a:pt x="453045" y="569458"/>
                </a:lnTo>
                <a:lnTo>
                  <a:pt x="0" y="56945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-127975" t="-28590" r="-17420" b="-104172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323603">
            <a:off x="6607326" y="5506678"/>
            <a:ext cx="453044" cy="569458"/>
          </a:xfrm>
          <a:custGeom>
            <a:avLst/>
            <a:gdLst/>
            <a:ahLst/>
            <a:cxnLst/>
            <a:rect r="r" b="b" t="t" l="l"/>
            <a:pathLst>
              <a:path h="569458" w="453044">
                <a:moveTo>
                  <a:pt x="0" y="0"/>
                </a:moveTo>
                <a:lnTo>
                  <a:pt x="453045" y="0"/>
                </a:lnTo>
                <a:lnTo>
                  <a:pt x="453045" y="569459"/>
                </a:lnTo>
                <a:lnTo>
                  <a:pt x="0" y="56945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-127975" t="-28590" r="-17420" b="-104172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323603">
            <a:off x="6607326" y="6316224"/>
            <a:ext cx="453044" cy="569458"/>
          </a:xfrm>
          <a:custGeom>
            <a:avLst/>
            <a:gdLst/>
            <a:ahLst/>
            <a:cxnLst/>
            <a:rect r="r" b="b" t="t" l="l"/>
            <a:pathLst>
              <a:path h="569458" w="453044">
                <a:moveTo>
                  <a:pt x="0" y="0"/>
                </a:moveTo>
                <a:lnTo>
                  <a:pt x="453045" y="0"/>
                </a:lnTo>
                <a:lnTo>
                  <a:pt x="453045" y="569458"/>
                </a:lnTo>
                <a:lnTo>
                  <a:pt x="0" y="56945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-127975" t="-28590" r="-17420" b="-104172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A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62541" y="584106"/>
            <a:ext cx="3741519" cy="2053159"/>
          </a:xfrm>
          <a:custGeom>
            <a:avLst/>
            <a:gdLst/>
            <a:ahLst/>
            <a:cxnLst/>
            <a:rect r="r" b="b" t="t" l="l"/>
            <a:pathLst>
              <a:path h="2053159" w="3741519">
                <a:moveTo>
                  <a:pt x="0" y="0"/>
                </a:moveTo>
                <a:lnTo>
                  <a:pt x="3741520" y="0"/>
                </a:lnTo>
                <a:lnTo>
                  <a:pt x="3741520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271622" y="584106"/>
            <a:ext cx="3741519" cy="2053159"/>
          </a:xfrm>
          <a:custGeom>
            <a:avLst/>
            <a:gdLst/>
            <a:ahLst/>
            <a:cxnLst/>
            <a:rect r="r" b="b" t="t" l="l"/>
            <a:pathLst>
              <a:path h="2053159" w="3741519">
                <a:moveTo>
                  <a:pt x="0" y="0"/>
                </a:moveTo>
                <a:lnTo>
                  <a:pt x="3741519" y="0"/>
                </a:lnTo>
                <a:lnTo>
                  <a:pt x="3741519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277781" y="584106"/>
            <a:ext cx="3741519" cy="2053159"/>
          </a:xfrm>
          <a:custGeom>
            <a:avLst/>
            <a:gdLst/>
            <a:ahLst/>
            <a:cxnLst/>
            <a:rect r="r" b="b" t="t" l="l"/>
            <a:pathLst>
              <a:path h="2053159" w="3741519">
                <a:moveTo>
                  <a:pt x="0" y="0"/>
                </a:moveTo>
                <a:lnTo>
                  <a:pt x="3741519" y="0"/>
                </a:lnTo>
                <a:lnTo>
                  <a:pt x="3741519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283939" y="584106"/>
            <a:ext cx="3741519" cy="2053159"/>
          </a:xfrm>
          <a:custGeom>
            <a:avLst/>
            <a:gdLst/>
            <a:ahLst/>
            <a:cxnLst/>
            <a:rect r="r" b="b" t="t" l="l"/>
            <a:pathLst>
              <a:path h="2053159" w="3741519">
                <a:moveTo>
                  <a:pt x="0" y="0"/>
                </a:moveTo>
                <a:lnTo>
                  <a:pt x="3741520" y="0"/>
                </a:lnTo>
                <a:lnTo>
                  <a:pt x="3741520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62541" y="2954222"/>
            <a:ext cx="3741519" cy="2053159"/>
          </a:xfrm>
          <a:custGeom>
            <a:avLst/>
            <a:gdLst/>
            <a:ahLst/>
            <a:cxnLst/>
            <a:rect r="r" b="b" t="t" l="l"/>
            <a:pathLst>
              <a:path h="2053159" w="3741519">
                <a:moveTo>
                  <a:pt x="0" y="0"/>
                </a:moveTo>
                <a:lnTo>
                  <a:pt x="3741520" y="0"/>
                </a:lnTo>
                <a:lnTo>
                  <a:pt x="3741520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271622" y="2954222"/>
            <a:ext cx="3741519" cy="2053159"/>
          </a:xfrm>
          <a:custGeom>
            <a:avLst/>
            <a:gdLst/>
            <a:ahLst/>
            <a:cxnLst/>
            <a:rect r="r" b="b" t="t" l="l"/>
            <a:pathLst>
              <a:path h="2053159" w="3741519">
                <a:moveTo>
                  <a:pt x="0" y="0"/>
                </a:moveTo>
                <a:lnTo>
                  <a:pt x="3741519" y="0"/>
                </a:lnTo>
                <a:lnTo>
                  <a:pt x="3741519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277781" y="2954222"/>
            <a:ext cx="3741519" cy="2053159"/>
          </a:xfrm>
          <a:custGeom>
            <a:avLst/>
            <a:gdLst/>
            <a:ahLst/>
            <a:cxnLst/>
            <a:rect r="r" b="b" t="t" l="l"/>
            <a:pathLst>
              <a:path h="2053159" w="3741519">
                <a:moveTo>
                  <a:pt x="0" y="0"/>
                </a:moveTo>
                <a:lnTo>
                  <a:pt x="3741519" y="0"/>
                </a:lnTo>
                <a:lnTo>
                  <a:pt x="3741519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283939" y="2954222"/>
            <a:ext cx="3741519" cy="2053159"/>
          </a:xfrm>
          <a:custGeom>
            <a:avLst/>
            <a:gdLst/>
            <a:ahLst/>
            <a:cxnLst/>
            <a:rect r="r" b="b" t="t" l="l"/>
            <a:pathLst>
              <a:path h="2053159" w="3741519">
                <a:moveTo>
                  <a:pt x="0" y="0"/>
                </a:moveTo>
                <a:lnTo>
                  <a:pt x="3741520" y="0"/>
                </a:lnTo>
                <a:lnTo>
                  <a:pt x="3741520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62541" y="5301979"/>
            <a:ext cx="3741519" cy="2053159"/>
          </a:xfrm>
          <a:custGeom>
            <a:avLst/>
            <a:gdLst/>
            <a:ahLst/>
            <a:cxnLst/>
            <a:rect r="r" b="b" t="t" l="l"/>
            <a:pathLst>
              <a:path h="2053159" w="3741519">
                <a:moveTo>
                  <a:pt x="0" y="0"/>
                </a:moveTo>
                <a:lnTo>
                  <a:pt x="3741520" y="0"/>
                </a:lnTo>
                <a:lnTo>
                  <a:pt x="3741520" y="2053158"/>
                </a:lnTo>
                <a:lnTo>
                  <a:pt x="0" y="20531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271622" y="5301979"/>
            <a:ext cx="3741519" cy="2053159"/>
          </a:xfrm>
          <a:custGeom>
            <a:avLst/>
            <a:gdLst/>
            <a:ahLst/>
            <a:cxnLst/>
            <a:rect r="r" b="b" t="t" l="l"/>
            <a:pathLst>
              <a:path h="2053159" w="3741519">
                <a:moveTo>
                  <a:pt x="0" y="0"/>
                </a:moveTo>
                <a:lnTo>
                  <a:pt x="3741519" y="0"/>
                </a:lnTo>
                <a:lnTo>
                  <a:pt x="3741519" y="2053158"/>
                </a:lnTo>
                <a:lnTo>
                  <a:pt x="0" y="20531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277781" y="5301979"/>
            <a:ext cx="3741519" cy="2053159"/>
          </a:xfrm>
          <a:custGeom>
            <a:avLst/>
            <a:gdLst/>
            <a:ahLst/>
            <a:cxnLst/>
            <a:rect r="r" b="b" t="t" l="l"/>
            <a:pathLst>
              <a:path h="2053159" w="3741519">
                <a:moveTo>
                  <a:pt x="0" y="0"/>
                </a:moveTo>
                <a:lnTo>
                  <a:pt x="3741519" y="0"/>
                </a:lnTo>
                <a:lnTo>
                  <a:pt x="3741519" y="2053158"/>
                </a:lnTo>
                <a:lnTo>
                  <a:pt x="0" y="20531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3283939" y="5301979"/>
            <a:ext cx="3741519" cy="2053159"/>
          </a:xfrm>
          <a:custGeom>
            <a:avLst/>
            <a:gdLst/>
            <a:ahLst/>
            <a:cxnLst/>
            <a:rect r="r" b="b" t="t" l="l"/>
            <a:pathLst>
              <a:path h="2053159" w="3741519">
                <a:moveTo>
                  <a:pt x="0" y="0"/>
                </a:moveTo>
                <a:lnTo>
                  <a:pt x="3741520" y="0"/>
                </a:lnTo>
                <a:lnTo>
                  <a:pt x="3741520" y="2053158"/>
                </a:lnTo>
                <a:lnTo>
                  <a:pt x="0" y="20531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262541" y="7649735"/>
            <a:ext cx="3741519" cy="2053159"/>
          </a:xfrm>
          <a:custGeom>
            <a:avLst/>
            <a:gdLst/>
            <a:ahLst/>
            <a:cxnLst/>
            <a:rect r="r" b="b" t="t" l="l"/>
            <a:pathLst>
              <a:path h="2053159" w="3741519">
                <a:moveTo>
                  <a:pt x="0" y="0"/>
                </a:moveTo>
                <a:lnTo>
                  <a:pt x="3741520" y="0"/>
                </a:lnTo>
                <a:lnTo>
                  <a:pt x="3741520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5271622" y="7649735"/>
            <a:ext cx="3741519" cy="2053159"/>
          </a:xfrm>
          <a:custGeom>
            <a:avLst/>
            <a:gdLst/>
            <a:ahLst/>
            <a:cxnLst/>
            <a:rect r="r" b="b" t="t" l="l"/>
            <a:pathLst>
              <a:path h="2053159" w="3741519">
                <a:moveTo>
                  <a:pt x="0" y="0"/>
                </a:moveTo>
                <a:lnTo>
                  <a:pt x="3741519" y="0"/>
                </a:lnTo>
                <a:lnTo>
                  <a:pt x="3741519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9277781" y="7649735"/>
            <a:ext cx="3741519" cy="2053159"/>
          </a:xfrm>
          <a:custGeom>
            <a:avLst/>
            <a:gdLst/>
            <a:ahLst/>
            <a:cxnLst/>
            <a:rect r="r" b="b" t="t" l="l"/>
            <a:pathLst>
              <a:path h="2053159" w="3741519">
                <a:moveTo>
                  <a:pt x="0" y="0"/>
                </a:moveTo>
                <a:lnTo>
                  <a:pt x="3741519" y="0"/>
                </a:lnTo>
                <a:lnTo>
                  <a:pt x="3741519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3283939" y="7649735"/>
            <a:ext cx="3741519" cy="2053159"/>
          </a:xfrm>
          <a:custGeom>
            <a:avLst/>
            <a:gdLst/>
            <a:ahLst/>
            <a:cxnLst/>
            <a:rect r="r" b="b" t="t" l="l"/>
            <a:pathLst>
              <a:path h="2053159" w="3741519">
                <a:moveTo>
                  <a:pt x="0" y="0"/>
                </a:moveTo>
                <a:lnTo>
                  <a:pt x="3741520" y="0"/>
                </a:lnTo>
                <a:lnTo>
                  <a:pt x="3741520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358401" y="584106"/>
            <a:ext cx="608866" cy="2053159"/>
          </a:xfrm>
          <a:custGeom>
            <a:avLst/>
            <a:gdLst/>
            <a:ahLst/>
            <a:cxnLst/>
            <a:rect r="r" b="b" t="t" l="l"/>
            <a:pathLst>
              <a:path h="2053159" w="608866">
                <a:moveTo>
                  <a:pt x="0" y="0"/>
                </a:moveTo>
                <a:lnTo>
                  <a:pt x="608865" y="0"/>
                </a:lnTo>
                <a:lnTo>
                  <a:pt x="608865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14506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358401" y="2954222"/>
            <a:ext cx="608866" cy="2053159"/>
          </a:xfrm>
          <a:custGeom>
            <a:avLst/>
            <a:gdLst/>
            <a:ahLst/>
            <a:cxnLst/>
            <a:rect r="r" b="b" t="t" l="l"/>
            <a:pathLst>
              <a:path h="2053159" w="608866">
                <a:moveTo>
                  <a:pt x="0" y="0"/>
                </a:moveTo>
                <a:lnTo>
                  <a:pt x="608865" y="0"/>
                </a:lnTo>
                <a:lnTo>
                  <a:pt x="608865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14506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358401" y="5324339"/>
            <a:ext cx="608866" cy="2053159"/>
          </a:xfrm>
          <a:custGeom>
            <a:avLst/>
            <a:gdLst/>
            <a:ahLst/>
            <a:cxnLst/>
            <a:rect r="r" b="b" t="t" l="l"/>
            <a:pathLst>
              <a:path h="2053159" w="608866">
                <a:moveTo>
                  <a:pt x="0" y="0"/>
                </a:moveTo>
                <a:lnTo>
                  <a:pt x="608865" y="0"/>
                </a:lnTo>
                <a:lnTo>
                  <a:pt x="608865" y="2053158"/>
                </a:lnTo>
                <a:lnTo>
                  <a:pt x="0" y="20531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14506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358401" y="7694455"/>
            <a:ext cx="608866" cy="2053159"/>
          </a:xfrm>
          <a:custGeom>
            <a:avLst/>
            <a:gdLst/>
            <a:ahLst/>
            <a:cxnLst/>
            <a:rect r="r" b="b" t="t" l="l"/>
            <a:pathLst>
              <a:path h="2053159" w="608866">
                <a:moveTo>
                  <a:pt x="0" y="0"/>
                </a:moveTo>
                <a:lnTo>
                  <a:pt x="608865" y="0"/>
                </a:lnTo>
                <a:lnTo>
                  <a:pt x="608865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14506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7292159" y="584106"/>
            <a:ext cx="608866" cy="2053159"/>
          </a:xfrm>
          <a:custGeom>
            <a:avLst/>
            <a:gdLst/>
            <a:ahLst/>
            <a:cxnLst/>
            <a:rect r="r" b="b" t="t" l="l"/>
            <a:pathLst>
              <a:path h="2053159" w="608866">
                <a:moveTo>
                  <a:pt x="0" y="0"/>
                </a:moveTo>
                <a:lnTo>
                  <a:pt x="608865" y="0"/>
                </a:lnTo>
                <a:lnTo>
                  <a:pt x="608865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14506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7292159" y="2954222"/>
            <a:ext cx="608866" cy="2053159"/>
          </a:xfrm>
          <a:custGeom>
            <a:avLst/>
            <a:gdLst/>
            <a:ahLst/>
            <a:cxnLst/>
            <a:rect r="r" b="b" t="t" l="l"/>
            <a:pathLst>
              <a:path h="2053159" w="608866">
                <a:moveTo>
                  <a:pt x="0" y="0"/>
                </a:moveTo>
                <a:lnTo>
                  <a:pt x="608865" y="0"/>
                </a:lnTo>
                <a:lnTo>
                  <a:pt x="608865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14506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7292159" y="5324339"/>
            <a:ext cx="608866" cy="2053159"/>
          </a:xfrm>
          <a:custGeom>
            <a:avLst/>
            <a:gdLst/>
            <a:ahLst/>
            <a:cxnLst/>
            <a:rect r="r" b="b" t="t" l="l"/>
            <a:pathLst>
              <a:path h="2053159" w="608866">
                <a:moveTo>
                  <a:pt x="0" y="0"/>
                </a:moveTo>
                <a:lnTo>
                  <a:pt x="608865" y="0"/>
                </a:lnTo>
                <a:lnTo>
                  <a:pt x="608865" y="2053158"/>
                </a:lnTo>
                <a:lnTo>
                  <a:pt x="0" y="20531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14506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7292159" y="7694455"/>
            <a:ext cx="608866" cy="2053159"/>
          </a:xfrm>
          <a:custGeom>
            <a:avLst/>
            <a:gdLst/>
            <a:ahLst/>
            <a:cxnLst/>
            <a:rect r="r" b="b" t="t" l="l"/>
            <a:pathLst>
              <a:path h="2053159" w="608866">
                <a:moveTo>
                  <a:pt x="0" y="0"/>
                </a:moveTo>
                <a:lnTo>
                  <a:pt x="608865" y="0"/>
                </a:lnTo>
                <a:lnTo>
                  <a:pt x="608865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14506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5260471">
            <a:off x="12980376" y="7972525"/>
            <a:ext cx="7200502" cy="8229600"/>
          </a:xfrm>
          <a:custGeom>
            <a:avLst/>
            <a:gdLst/>
            <a:ahLst/>
            <a:cxnLst/>
            <a:rect r="r" b="b" t="t" l="l"/>
            <a:pathLst>
              <a:path h="8229600" w="7200502">
                <a:moveTo>
                  <a:pt x="0" y="0"/>
                </a:moveTo>
                <a:lnTo>
                  <a:pt x="7200502" y="0"/>
                </a:lnTo>
                <a:lnTo>
                  <a:pt x="720050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true" rot="-1932924">
            <a:off x="8611180" y="8004111"/>
            <a:ext cx="11079087" cy="3545308"/>
          </a:xfrm>
          <a:custGeom>
            <a:avLst/>
            <a:gdLst/>
            <a:ahLst/>
            <a:cxnLst/>
            <a:rect r="r" b="b" t="t" l="l"/>
            <a:pathLst>
              <a:path h="3545308" w="11079087">
                <a:moveTo>
                  <a:pt x="0" y="3545308"/>
                </a:moveTo>
                <a:lnTo>
                  <a:pt x="11079087" y="3545308"/>
                </a:lnTo>
                <a:lnTo>
                  <a:pt x="11079087" y="0"/>
                </a:lnTo>
                <a:lnTo>
                  <a:pt x="0" y="0"/>
                </a:lnTo>
                <a:lnTo>
                  <a:pt x="0" y="3545308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2906917">
            <a:off x="-1043809" y="-5028585"/>
            <a:ext cx="7200502" cy="8229600"/>
          </a:xfrm>
          <a:custGeom>
            <a:avLst/>
            <a:gdLst/>
            <a:ahLst/>
            <a:cxnLst/>
            <a:rect r="r" b="b" t="t" l="l"/>
            <a:pathLst>
              <a:path h="8229600" w="7200502">
                <a:moveTo>
                  <a:pt x="0" y="0"/>
                </a:moveTo>
                <a:lnTo>
                  <a:pt x="7200502" y="0"/>
                </a:lnTo>
                <a:lnTo>
                  <a:pt x="720050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-1935087" y="-743954"/>
            <a:ext cx="11079087" cy="3545308"/>
          </a:xfrm>
          <a:custGeom>
            <a:avLst/>
            <a:gdLst/>
            <a:ahLst/>
            <a:cxnLst/>
            <a:rect r="r" b="b" t="t" l="l"/>
            <a:pathLst>
              <a:path h="3545308" w="11079087">
                <a:moveTo>
                  <a:pt x="0" y="0"/>
                </a:moveTo>
                <a:lnTo>
                  <a:pt x="11079087" y="0"/>
                </a:lnTo>
                <a:lnTo>
                  <a:pt x="11079087" y="3545308"/>
                </a:lnTo>
                <a:lnTo>
                  <a:pt x="0" y="35453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-405188" y="2018298"/>
            <a:ext cx="1433888" cy="1265406"/>
          </a:xfrm>
          <a:custGeom>
            <a:avLst/>
            <a:gdLst/>
            <a:ahLst/>
            <a:cxnLst/>
            <a:rect r="r" b="b" t="t" l="l"/>
            <a:pathLst>
              <a:path h="1265406" w="1433888">
                <a:moveTo>
                  <a:pt x="0" y="0"/>
                </a:moveTo>
                <a:lnTo>
                  <a:pt x="1433888" y="0"/>
                </a:lnTo>
                <a:lnTo>
                  <a:pt x="1433888" y="1265406"/>
                </a:lnTo>
                <a:lnTo>
                  <a:pt x="0" y="12654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-2473926">
            <a:off x="-496154" y="9477355"/>
            <a:ext cx="2325515" cy="598820"/>
          </a:xfrm>
          <a:custGeom>
            <a:avLst/>
            <a:gdLst/>
            <a:ahLst/>
            <a:cxnLst/>
            <a:rect r="r" b="b" t="t" l="l"/>
            <a:pathLst>
              <a:path h="598820" w="2325515">
                <a:moveTo>
                  <a:pt x="0" y="0"/>
                </a:moveTo>
                <a:lnTo>
                  <a:pt x="2325515" y="0"/>
                </a:lnTo>
                <a:lnTo>
                  <a:pt x="2325515" y="598820"/>
                </a:lnTo>
                <a:lnTo>
                  <a:pt x="0" y="59882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323603">
            <a:off x="17869630" y="1963448"/>
            <a:ext cx="710251" cy="892756"/>
          </a:xfrm>
          <a:custGeom>
            <a:avLst/>
            <a:gdLst/>
            <a:ahLst/>
            <a:cxnLst/>
            <a:rect r="r" b="b" t="t" l="l"/>
            <a:pathLst>
              <a:path h="892756" w="710251">
                <a:moveTo>
                  <a:pt x="0" y="0"/>
                </a:moveTo>
                <a:lnTo>
                  <a:pt x="710251" y="0"/>
                </a:lnTo>
                <a:lnTo>
                  <a:pt x="710251" y="892756"/>
                </a:lnTo>
                <a:lnTo>
                  <a:pt x="0" y="89275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127975" t="-28590" r="-17420" b="-104172"/>
            </a:stretch>
          </a:blipFill>
        </p:spPr>
      </p:sp>
      <p:sp>
        <p:nvSpPr>
          <p:cNvPr name="Freeform 33" id="33"/>
          <p:cNvSpPr/>
          <p:nvPr/>
        </p:nvSpPr>
        <p:spPr>
          <a:xfrm flipH="true" flipV="false" rot="-873099">
            <a:off x="17115237" y="242182"/>
            <a:ext cx="1428017" cy="1622746"/>
          </a:xfrm>
          <a:custGeom>
            <a:avLst/>
            <a:gdLst/>
            <a:ahLst/>
            <a:cxnLst/>
            <a:rect r="r" b="b" t="t" l="l"/>
            <a:pathLst>
              <a:path h="1622746" w="1428017">
                <a:moveTo>
                  <a:pt x="1428017" y="0"/>
                </a:moveTo>
                <a:lnTo>
                  <a:pt x="0" y="0"/>
                </a:lnTo>
                <a:lnTo>
                  <a:pt x="0" y="1622747"/>
                </a:lnTo>
                <a:lnTo>
                  <a:pt x="1428017" y="1622747"/>
                </a:lnTo>
                <a:lnTo>
                  <a:pt x="1428017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4188693" y="1475373"/>
            <a:ext cx="10076334" cy="1391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true">
                <a:solidFill>
                  <a:srgbClr val="485B90"/>
                </a:solidFill>
                <a:latin typeface="Cakerolli Ultra-Bold"/>
                <a:ea typeface="Cakerolli Ultra-Bold"/>
                <a:cs typeface="Cakerolli Ultra-Bold"/>
                <a:sym typeface="Cakerolli Ultra-Bold"/>
              </a:rPr>
              <a:t>Pay-Per-Click </a:t>
            </a:r>
            <a:r>
              <a:rPr lang="en-US" sz="5600" b="true">
                <a:solidFill>
                  <a:srgbClr val="E080B4"/>
                </a:solidFill>
                <a:latin typeface="Cakerolli Ultra-Bold"/>
                <a:ea typeface="Cakerolli Ultra-Bold"/>
                <a:cs typeface="Cakerolli Ultra-Bold"/>
                <a:sym typeface="Cakerolli Ultra-Bold"/>
              </a:rPr>
              <a:t>(PPC)</a:t>
            </a:r>
            <a:r>
              <a:rPr lang="en-US" sz="5600" b="true">
                <a:solidFill>
                  <a:srgbClr val="485B90"/>
                </a:solidFill>
                <a:latin typeface="Cakerolli Ultra-Bold"/>
                <a:ea typeface="Cakerolli Ultra-Bold"/>
                <a:cs typeface="Cakerolli Ultra-Bold"/>
                <a:sym typeface="Cakerolli Ultra-Bold"/>
              </a:rPr>
              <a:t> Advertising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10858556" y="3283704"/>
            <a:ext cx="3917374" cy="5204241"/>
          </a:xfrm>
          <a:custGeom>
            <a:avLst/>
            <a:gdLst/>
            <a:ahLst/>
            <a:cxnLst/>
            <a:rect r="r" b="b" t="t" l="l"/>
            <a:pathLst>
              <a:path h="5204241" w="3917374">
                <a:moveTo>
                  <a:pt x="0" y="0"/>
                </a:moveTo>
                <a:lnTo>
                  <a:pt x="3917374" y="0"/>
                </a:lnTo>
                <a:lnTo>
                  <a:pt x="3917374" y="5204241"/>
                </a:lnTo>
                <a:lnTo>
                  <a:pt x="0" y="520424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1271698" y="3438950"/>
            <a:ext cx="8043814" cy="4836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190"/>
              </a:lnSpc>
            </a:pPr>
            <a:r>
              <a:rPr lang="en-US" sz="3079" b="true">
                <a:solidFill>
                  <a:srgbClr val="FF7D7E"/>
                </a:solidFill>
                <a:latin typeface="Cakerolli Semi-Bold"/>
                <a:ea typeface="Cakerolli Semi-Bold"/>
                <a:cs typeface="Cakerolli Semi-Bold"/>
                <a:sym typeface="Cakerolli Semi-Bold"/>
              </a:rPr>
              <a:t>The concept of PPC-based advertising </a:t>
            </a:r>
          </a:p>
          <a:p>
            <a:pPr algn="r">
              <a:lnSpc>
                <a:spcPts val="6190"/>
              </a:lnSpc>
            </a:pPr>
            <a:r>
              <a:rPr lang="en-US" sz="3079" b="true">
                <a:solidFill>
                  <a:srgbClr val="FF7D7E"/>
                </a:solidFill>
                <a:latin typeface="Cakerolli Semi-Bold"/>
                <a:ea typeface="Cakerolli Semi-Bold"/>
                <a:cs typeface="Cakerolli Semi-Bold"/>
                <a:sym typeface="Cakerolli Semi-Bold"/>
              </a:rPr>
              <a:t>Generating immediate and targeted traffic </a:t>
            </a:r>
          </a:p>
          <a:p>
            <a:pPr algn="r">
              <a:lnSpc>
                <a:spcPts val="6190"/>
              </a:lnSpc>
            </a:pPr>
            <a:r>
              <a:rPr lang="en-US" sz="3079" b="true">
                <a:solidFill>
                  <a:srgbClr val="FF7D7E"/>
                </a:solidFill>
                <a:latin typeface="Cakerolli Semi-Bold"/>
                <a:ea typeface="Cakerolli Semi-Bold"/>
                <a:cs typeface="Cakerolli Semi-Bold"/>
                <a:sym typeface="Cakerolli Semi-Bold"/>
              </a:rPr>
              <a:t>Advertising platforms </a:t>
            </a:r>
          </a:p>
          <a:p>
            <a:pPr algn="r">
              <a:lnSpc>
                <a:spcPts val="6190"/>
              </a:lnSpc>
            </a:pPr>
            <a:r>
              <a:rPr lang="en-US" sz="3079" b="true">
                <a:solidFill>
                  <a:srgbClr val="FF7D7E"/>
                </a:solidFill>
                <a:latin typeface="Cakerolli Semi-Bold"/>
                <a:ea typeface="Cakerolli Semi-Bold"/>
                <a:cs typeface="Cakerolli Semi-Bold"/>
                <a:sym typeface="Cakerolli Semi-Bold"/>
              </a:rPr>
              <a:t>Campaign setup </a:t>
            </a:r>
          </a:p>
          <a:p>
            <a:pPr algn="r">
              <a:lnSpc>
                <a:spcPts val="6190"/>
              </a:lnSpc>
            </a:pPr>
            <a:r>
              <a:rPr lang="en-US" sz="3079" b="true">
                <a:solidFill>
                  <a:srgbClr val="FF7D7E"/>
                </a:solidFill>
                <a:latin typeface="Cakerolli Semi-Bold"/>
                <a:ea typeface="Cakerolli Semi-Bold"/>
                <a:cs typeface="Cakerolli Semi-Bold"/>
                <a:sym typeface="Cakerolli Semi-Bold"/>
              </a:rPr>
              <a:t>Keyword optimization </a:t>
            </a:r>
          </a:p>
          <a:p>
            <a:pPr algn="r">
              <a:lnSpc>
                <a:spcPts val="6190"/>
              </a:lnSpc>
            </a:pPr>
            <a:r>
              <a:rPr lang="en-US" sz="3079" b="true">
                <a:solidFill>
                  <a:srgbClr val="FF7D7E"/>
                </a:solidFill>
                <a:latin typeface="Cakerolli Semi-Bold"/>
                <a:ea typeface="Cakerolli Semi-Bold"/>
                <a:cs typeface="Cakerolli Semi-Bold"/>
                <a:sym typeface="Cakerolli Semi-Bold"/>
              </a:rPr>
              <a:t>Performance monitoring</a:t>
            </a:r>
          </a:p>
        </p:txBody>
      </p:sp>
      <p:sp>
        <p:nvSpPr>
          <p:cNvPr name="Freeform 37" id="37"/>
          <p:cNvSpPr/>
          <p:nvPr/>
        </p:nvSpPr>
        <p:spPr>
          <a:xfrm flipH="false" flipV="false" rot="0">
            <a:off x="9582213" y="3924725"/>
            <a:ext cx="440199" cy="420779"/>
          </a:xfrm>
          <a:custGeom>
            <a:avLst/>
            <a:gdLst/>
            <a:ahLst/>
            <a:cxnLst/>
            <a:rect r="r" b="b" t="t" l="l"/>
            <a:pathLst>
              <a:path h="420779" w="440199">
                <a:moveTo>
                  <a:pt x="0" y="0"/>
                </a:moveTo>
                <a:lnTo>
                  <a:pt x="440199" y="0"/>
                </a:lnTo>
                <a:lnTo>
                  <a:pt x="440199" y="420779"/>
                </a:lnTo>
                <a:lnTo>
                  <a:pt x="0" y="42077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-27746" t="-175875" r="-135957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9582213" y="4729942"/>
            <a:ext cx="440199" cy="420779"/>
          </a:xfrm>
          <a:custGeom>
            <a:avLst/>
            <a:gdLst/>
            <a:ahLst/>
            <a:cxnLst/>
            <a:rect r="r" b="b" t="t" l="l"/>
            <a:pathLst>
              <a:path h="420779" w="440199">
                <a:moveTo>
                  <a:pt x="0" y="0"/>
                </a:moveTo>
                <a:lnTo>
                  <a:pt x="440199" y="0"/>
                </a:lnTo>
                <a:lnTo>
                  <a:pt x="440199" y="420779"/>
                </a:lnTo>
                <a:lnTo>
                  <a:pt x="0" y="42077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-27746" t="-175875" r="-135957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9582213" y="5465046"/>
            <a:ext cx="440199" cy="420779"/>
          </a:xfrm>
          <a:custGeom>
            <a:avLst/>
            <a:gdLst/>
            <a:ahLst/>
            <a:cxnLst/>
            <a:rect r="r" b="b" t="t" l="l"/>
            <a:pathLst>
              <a:path h="420779" w="440199">
                <a:moveTo>
                  <a:pt x="0" y="0"/>
                </a:moveTo>
                <a:lnTo>
                  <a:pt x="440199" y="0"/>
                </a:lnTo>
                <a:lnTo>
                  <a:pt x="440199" y="420778"/>
                </a:lnTo>
                <a:lnTo>
                  <a:pt x="0" y="42077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-27746" t="-175875" r="-135957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9582213" y="6266824"/>
            <a:ext cx="440199" cy="420779"/>
          </a:xfrm>
          <a:custGeom>
            <a:avLst/>
            <a:gdLst/>
            <a:ahLst/>
            <a:cxnLst/>
            <a:rect r="r" b="b" t="t" l="l"/>
            <a:pathLst>
              <a:path h="420779" w="440199">
                <a:moveTo>
                  <a:pt x="0" y="0"/>
                </a:moveTo>
                <a:lnTo>
                  <a:pt x="440199" y="0"/>
                </a:lnTo>
                <a:lnTo>
                  <a:pt x="440199" y="420779"/>
                </a:lnTo>
                <a:lnTo>
                  <a:pt x="0" y="42077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-27746" t="-175875" r="-135957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9582213" y="7068603"/>
            <a:ext cx="440199" cy="420779"/>
          </a:xfrm>
          <a:custGeom>
            <a:avLst/>
            <a:gdLst/>
            <a:ahLst/>
            <a:cxnLst/>
            <a:rect r="r" b="b" t="t" l="l"/>
            <a:pathLst>
              <a:path h="420779" w="440199">
                <a:moveTo>
                  <a:pt x="0" y="0"/>
                </a:moveTo>
                <a:lnTo>
                  <a:pt x="440199" y="0"/>
                </a:lnTo>
                <a:lnTo>
                  <a:pt x="440199" y="420779"/>
                </a:lnTo>
                <a:lnTo>
                  <a:pt x="0" y="42077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-27746" t="-175875" r="-135957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9582213" y="7784657"/>
            <a:ext cx="440199" cy="420779"/>
          </a:xfrm>
          <a:custGeom>
            <a:avLst/>
            <a:gdLst/>
            <a:ahLst/>
            <a:cxnLst/>
            <a:rect r="r" b="b" t="t" l="l"/>
            <a:pathLst>
              <a:path h="420779" w="440199">
                <a:moveTo>
                  <a:pt x="0" y="0"/>
                </a:moveTo>
                <a:lnTo>
                  <a:pt x="440199" y="0"/>
                </a:lnTo>
                <a:lnTo>
                  <a:pt x="440199" y="420778"/>
                </a:lnTo>
                <a:lnTo>
                  <a:pt x="0" y="42077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-27746" t="-175875" r="-135957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A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62541" y="584106"/>
            <a:ext cx="3741519" cy="2053159"/>
          </a:xfrm>
          <a:custGeom>
            <a:avLst/>
            <a:gdLst/>
            <a:ahLst/>
            <a:cxnLst/>
            <a:rect r="r" b="b" t="t" l="l"/>
            <a:pathLst>
              <a:path h="2053159" w="3741519">
                <a:moveTo>
                  <a:pt x="0" y="0"/>
                </a:moveTo>
                <a:lnTo>
                  <a:pt x="3741520" y="0"/>
                </a:lnTo>
                <a:lnTo>
                  <a:pt x="3741520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271622" y="584106"/>
            <a:ext cx="3741519" cy="2053159"/>
          </a:xfrm>
          <a:custGeom>
            <a:avLst/>
            <a:gdLst/>
            <a:ahLst/>
            <a:cxnLst/>
            <a:rect r="r" b="b" t="t" l="l"/>
            <a:pathLst>
              <a:path h="2053159" w="3741519">
                <a:moveTo>
                  <a:pt x="0" y="0"/>
                </a:moveTo>
                <a:lnTo>
                  <a:pt x="3741519" y="0"/>
                </a:lnTo>
                <a:lnTo>
                  <a:pt x="3741519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277781" y="584106"/>
            <a:ext cx="3741519" cy="2053159"/>
          </a:xfrm>
          <a:custGeom>
            <a:avLst/>
            <a:gdLst/>
            <a:ahLst/>
            <a:cxnLst/>
            <a:rect r="r" b="b" t="t" l="l"/>
            <a:pathLst>
              <a:path h="2053159" w="3741519">
                <a:moveTo>
                  <a:pt x="0" y="0"/>
                </a:moveTo>
                <a:lnTo>
                  <a:pt x="3741519" y="0"/>
                </a:lnTo>
                <a:lnTo>
                  <a:pt x="3741519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283939" y="584106"/>
            <a:ext cx="3741519" cy="2053159"/>
          </a:xfrm>
          <a:custGeom>
            <a:avLst/>
            <a:gdLst/>
            <a:ahLst/>
            <a:cxnLst/>
            <a:rect r="r" b="b" t="t" l="l"/>
            <a:pathLst>
              <a:path h="2053159" w="3741519">
                <a:moveTo>
                  <a:pt x="0" y="0"/>
                </a:moveTo>
                <a:lnTo>
                  <a:pt x="3741520" y="0"/>
                </a:lnTo>
                <a:lnTo>
                  <a:pt x="3741520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62541" y="2954222"/>
            <a:ext cx="3741519" cy="2053159"/>
          </a:xfrm>
          <a:custGeom>
            <a:avLst/>
            <a:gdLst/>
            <a:ahLst/>
            <a:cxnLst/>
            <a:rect r="r" b="b" t="t" l="l"/>
            <a:pathLst>
              <a:path h="2053159" w="3741519">
                <a:moveTo>
                  <a:pt x="0" y="0"/>
                </a:moveTo>
                <a:lnTo>
                  <a:pt x="3741520" y="0"/>
                </a:lnTo>
                <a:lnTo>
                  <a:pt x="3741520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271622" y="2954222"/>
            <a:ext cx="3741519" cy="2053159"/>
          </a:xfrm>
          <a:custGeom>
            <a:avLst/>
            <a:gdLst/>
            <a:ahLst/>
            <a:cxnLst/>
            <a:rect r="r" b="b" t="t" l="l"/>
            <a:pathLst>
              <a:path h="2053159" w="3741519">
                <a:moveTo>
                  <a:pt x="0" y="0"/>
                </a:moveTo>
                <a:lnTo>
                  <a:pt x="3741519" y="0"/>
                </a:lnTo>
                <a:lnTo>
                  <a:pt x="3741519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277781" y="2954222"/>
            <a:ext cx="3741519" cy="2053159"/>
          </a:xfrm>
          <a:custGeom>
            <a:avLst/>
            <a:gdLst/>
            <a:ahLst/>
            <a:cxnLst/>
            <a:rect r="r" b="b" t="t" l="l"/>
            <a:pathLst>
              <a:path h="2053159" w="3741519">
                <a:moveTo>
                  <a:pt x="0" y="0"/>
                </a:moveTo>
                <a:lnTo>
                  <a:pt x="3741519" y="0"/>
                </a:lnTo>
                <a:lnTo>
                  <a:pt x="3741519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283939" y="2954222"/>
            <a:ext cx="3741519" cy="2053159"/>
          </a:xfrm>
          <a:custGeom>
            <a:avLst/>
            <a:gdLst/>
            <a:ahLst/>
            <a:cxnLst/>
            <a:rect r="r" b="b" t="t" l="l"/>
            <a:pathLst>
              <a:path h="2053159" w="3741519">
                <a:moveTo>
                  <a:pt x="0" y="0"/>
                </a:moveTo>
                <a:lnTo>
                  <a:pt x="3741520" y="0"/>
                </a:lnTo>
                <a:lnTo>
                  <a:pt x="3741520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62541" y="5301979"/>
            <a:ext cx="3741519" cy="2053159"/>
          </a:xfrm>
          <a:custGeom>
            <a:avLst/>
            <a:gdLst/>
            <a:ahLst/>
            <a:cxnLst/>
            <a:rect r="r" b="b" t="t" l="l"/>
            <a:pathLst>
              <a:path h="2053159" w="3741519">
                <a:moveTo>
                  <a:pt x="0" y="0"/>
                </a:moveTo>
                <a:lnTo>
                  <a:pt x="3741520" y="0"/>
                </a:lnTo>
                <a:lnTo>
                  <a:pt x="3741520" y="2053158"/>
                </a:lnTo>
                <a:lnTo>
                  <a:pt x="0" y="20531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271622" y="5301979"/>
            <a:ext cx="3741519" cy="2053159"/>
          </a:xfrm>
          <a:custGeom>
            <a:avLst/>
            <a:gdLst/>
            <a:ahLst/>
            <a:cxnLst/>
            <a:rect r="r" b="b" t="t" l="l"/>
            <a:pathLst>
              <a:path h="2053159" w="3741519">
                <a:moveTo>
                  <a:pt x="0" y="0"/>
                </a:moveTo>
                <a:lnTo>
                  <a:pt x="3741519" y="0"/>
                </a:lnTo>
                <a:lnTo>
                  <a:pt x="3741519" y="2053158"/>
                </a:lnTo>
                <a:lnTo>
                  <a:pt x="0" y="20531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277781" y="5301979"/>
            <a:ext cx="3741519" cy="2053159"/>
          </a:xfrm>
          <a:custGeom>
            <a:avLst/>
            <a:gdLst/>
            <a:ahLst/>
            <a:cxnLst/>
            <a:rect r="r" b="b" t="t" l="l"/>
            <a:pathLst>
              <a:path h="2053159" w="3741519">
                <a:moveTo>
                  <a:pt x="0" y="0"/>
                </a:moveTo>
                <a:lnTo>
                  <a:pt x="3741519" y="0"/>
                </a:lnTo>
                <a:lnTo>
                  <a:pt x="3741519" y="2053158"/>
                </a:lnTo>
                <a:lnTo>
                  <a:pt x="0" y="20531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3283939" y="5301979"/>
            <a:ext cx="3741519" cy="2053159"/>
          </a:xfrm>
          <a:custGeom>
            <a:avLst/>
            <a:gdLst/>
            <a:ahLst/>
            <a:cxnLst/>
            <a:rect r="r" b="b" t="t" l="l"/>
            <a:pathLst>
              <a:path h="2053159" w="3741519">
                <a:moveTo>
                  <a:pt x="0" y="0"/>
                </a:moveTo>
                <a:lnTo>
                  <a:pt x="3741520" y="0"/>
                </a:lnTo>
                <a:lnTo>
                  <a:pt x="3741520" y="2053158"/>
                </a:lnTo>
                <a:lnTo>
                  <a:pt x="0" y="20531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262541" y="7649735"/>
            <a:ext cx="3741519" cy="2053159"/>
          </a:xfrm>
          <a:custGeom>
            <a:avLst/>
            <a:gdLst/>
            <a:ahLst/>
            <a:cxnLst/>
            <a:rect r="r" b="b" t="t" l="l"/>
            <a:pathLst>
              <a:path h="2053159" w="3741519">
                <a:moveTo>
                  <a:pt x="0" y="0"/>
                </a:moveTo>
                <a:lnTo>
                  <a:pt x="3741520" y="0"/>
                </a:lnTo>
                <a:lnTo>
                  <a:pt x="3741520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5271622" y="7649735"/>
            <a:ext cx="3741519" cy="2053159"/>
          </a:xfrm>
          <a:custGeom>
            <a:avLst/>
            <a:gdLst/>
            <a:ahLst/>
            <a:cxnLst/>
            <a:rect r="r" b="b" t="t" l="l"/>
            <a:pathLst>
              <a:path h="2053159" w="3741519">
                <a:moveTo>
                  <a:pt x="0" y="0"/>
                </a:moveTo>
                <a:lnTo>
                  <a:pt x="3741519" y="0"/>
                </a:lnTo>
                <a:lnTo>
                  <a:pt x="3741519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9277781" y="7649735"/>
            <a:ext cx="3741519" cy="2053159"/>
          </a:xfrm>
          <a:custGeom>
            <a:avLst/>
            <a:gdLst/>
            <a:ahLst/>
            <a:cxnLst/>
            <a:rect r="r" b="b" t="t" l="l"/>
            <a:pathLst>
              <a:path h="2053159" w="3741519">
                <a:moveTo>
                  <a:pt x="0" y="0"/>
                </a:moveTo>
                <a:lnTo>
                  <a:pt x="3741519" y="0"/>
                </a:lnTo>
                <a:lnTo>
                  <a:pt x="3741519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3283939" y="7649735"/>
            <a:ext cx="3741519" cy="2053159"/>
          </a:xfrm>
          <a:custGeom>
            <a:avLst/>
            <a:gdLst/>
            <a:ahLst/>
            <a:cxnLst/>
            <a:rect r="r" b="b" t="t" l="l"/>
            <a:pathLst>
              <a:path h="2053159" w="3741519">
                <a:moveTo>
                  <a:pt x="0" y="0"/>
                </a:moveTo>
                <a:lnTo>
                  <a:pt x="3741520" y="0"/>
                </a:lnTo>
                <a:lnTo>
                  <a:pt x="3741520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358401" y="584106"/>
            <a:ext cx="608866" cy="2053159"/>
          </a:xfrm>
          <a:custGeom>
            <a:avLst/>
            <a:gdLst/>
            <a:ahLst/>
            <a:cxnLst/>
            <a:rect r="r" b="b" t="t" l="l"/>
            <a:pathLst>
              <a:path h="2053159" w="608866">
                <a:moveTo>
                  <a:pt x="0" y="0"/>
                </a:moveTo>
                <a:lnTo>
                  <a:pt x="608865" y="0"/>
                </a:lnTo>
                <a:lnTo>
                  <a:pt x="608865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14506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358401" y="2954222"/>
            <a:ext cx="608866" cy="2053159"/>
          </a:xfrm>
          <a:custGeom>
            <a:avLst/>
            <a:gdLst/>
            <a:ahLst/>
            <a:cxnLst/>
            <a:rect r="r" b="b" t="t" l="l"/>
            <a:pathLst>
              <a:path h="2053159" w="608866">
                <a:moveTo>
                  <a:pt x="0" y="0"/>
                </a:moveTo>
                <a:lnTo>
                  <a:pt x="608865" y="0"/>
                </a:lnTo>
                <a:lnTo>
                  <a:pt x="608865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14506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358401" y="5324339"/>
            <a:ext cx="608866" cy="2053159"/>
          </a:xfrm>
          <a:custGeom>
            <a:avLst/>
            <a:gdLst/>
            <a:ahLst/>
            <a:cxnLst/>
            <a:rect r="r" b="b" t="t" l="l"/>
            <a:pathLst>
              <a:path h="2053159" w="608866">
                <a:moveTo>
                  <a:pt x="0" y="0"/>
                </a:moveTo>
                <a:lnTo>
                  <a:pt x="608865" y="0"/>
                </a:lnTo>
                <a:lnTo>
                  <a:pt x="608865" y="2053158"/>
                </a:lnTo>
                <a:lnTo>
                  <a:pt x="0" y="20531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14506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358401" y="7694455"/>
            <a:ext cx="608866" cy="2053159"/>
          </a:xfrm>
          <a:custGeom>
            <a:avLst/>
            <a:gdLst/>
            <a:ahLst/>
            <a:cxnLst/>
            <a:rect r="r" b="b" t="t" l="l"/>
            <a:pathLst>
              <a:path h="2053159" w="608866">
                <a:moveTo>
                  <a:pt x="0" y="0"/>
                </a:moveTo>
                <a:lnTo>
                  <a:pt x="608865" y="0"/>
                </a:lnTo>
                <a:lnTo>
                  <a:pt x="608865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14506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7292159" y="584106"/>
            <a:ext cx="608866" cy="2053159"/>
          </a:xfrm>
          <a:custGeom>
            <a:avLst/>
            <a:gdLst/>
            <a:ahLst/>
            <a:cxnLst/>
            <a:rect r="r" b="b" t="t" l="l"/>
            <a:pathLst>
              <a:path h="2053159" w="608866">
                <a:moveTo>
                  <a:pt x="0" y="0"/>
                </a:moveTo>
                <a:lnTo>
                  <a:pt x="608865" y="0"/>
                </a:lnTo>
                <a:lnTo>
                  <a:pt x="608865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14506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7292159" y="2954222"/>
            <a:ext cx="608866" cy="2053159"/>
          </a:xfrm>
          <a:custGeom>
            <a:avLst/>
            <a:gdLst/>
            <a:ahLst/>
            <a:cxnLst/>
            <a:rect r="r" b="b" t="t" l="l"/>
            <a:pathLst>
              <a:path h="2053159" w="608866">
                <a:moveTo>
                  <a:pt x="0" y="0"/>
                </a:moveTo>
                <a:lnTo>
                  <a:pt x="608865" y="0"/>
                </a:lnTo>
                <a:lnTo>
                  <a:pt x="608865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14506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7292159" y="5324339"/>
            <a:ext cx="608866" cy="2053159"/>
          </a:xfrm>
          <a:custGeom>
            <a:avLst/>
            <a:gdLst/>
            <a:ahLst/>
            <a:cxnLst/>
            <a:rect r="r" b="b" t="t" l="l"/>
            <a:pathLst>
              <a:path h="2053159" w="608866">
                <a:moveTo>
                  <a:pt x="0" y="0"/>
                </a:moveTo>
                <a:lnTo>
                  <a:pt x="608865" y="0"/>
                </a:lnTo>
                <a:lnTo>
                  <a:pt x="608865" y="2053158"/>
                </a:lnTo>
                <a:lnTo>
                  <a:pt x="0" y="20531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14506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7292159" y="7694455"/>
            <a:ext cx="608866" cy="2053159"/>
          </a:xfrm>
          <a:custGeom>
            <a:avLst/>
            <a:gdLst/>
            <a:ahLst/>
            <a:cxnLst/>
            <a:rect r="r" b="b" t="t" l="l"/>
            <a:pathLst>
              <a:path h="2053159" w="608866">
                <a:moveTo>
                  <a:pt x="0" y="0"/>
                </a:moveTo>
                <a:lnTo>
                  <a:pt x="608865" y="0"/>
                </a:lnTo>
                <a:lnTo>
                  <a:pt x="608865" y="2053159"/>
                </a:lnTo>
                <a:lnTo>
                  <a:pt x="0" y="205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14506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5260471">
            <a:off x="12980376" y="7972525"/>
            <a:ext cx="7200502" cy="8229600"/>
          </a:xfrm>
          <a:custGeom>
            <a:avLst/>
            <a:gdLst/>
            <a:ahLst/>
            <a:cxnLst/>
            <a:rect r="r" b="b" t="t" l="l"/>
            <a:pathLst>
              <a:path h="8229600" w="7200502">
                <a:moveTo>
                  <a:pt x="0" y="0"/>
                </a:moveTo>
                <a:lnTo>
                  <a:pt x="7200502" y="0"/>
                </a:lnTo>
                <a:lnTo>
                  <a:pt x="720050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true" rot="-1932924">
            <a:off x="8611180" y="8004111"/>
            <a:ext cx="11079087" cy="3545308"/>
          </a:xfrm>
          <a:custGeom>
            <a:avLst/>
            <a:gdLst/>
            <a:ahLst/>
            <a:cxnLst/>
            <a:rect r="r" b="b" t="t" l="l"/>
            <a:pathLst>
              <a:path h="3545308" w="11079087">
                <a:moveTo>
                  <a:pt x="0" y="3545308"/>
                </a:moveTo>
                <a:lnTo>
                  <a:pt x="11079087" y="3545308"/>
                </a:lnTo>
                <a:lnTo>
                  <a:pt x="11079087" y="0"/>
                </a:lnTo>
                <a:lnTo>
                  <a:pt x="0" y="0"/>
                </a:lnTo>
                <a:lnTo>
                  <a:pt x="0" y="3545308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2906917">
            <a:off x="-1043809" y="-5028585"/>
            <a:ext cx="7200502" cy="8229600"/>
          </a:xfrm>
          <a:custGeom>
            <a:avLst/>
            <a:gdLst/>
            <a:ahLst/>
            <a:cxnLst/>
            <a:rect r="r" b="b" t="t" l="l"/>
            <a:pathLst>
              <a:path h="8229600" w="7200502">
                <a:moveTo>
                  <a:pt x="0" y="0"/>
                </a:moveTo>
                <a:lnTo>
                  <a:pt x="7200502" y="0"/>
                </a:lnTo>
                <a:lnTo>
                  <a:pt x="720050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-1935087" y="-743954"/>
            <a:ext cx="11079087" cy="3545308"/>
          </a:xfrm>
          <a:custGeom>
            <a:avLst/>
            <a:gdLst/>
            <a:ahLst/>
            <a:cxnLst/>
            <a:rect r="r" b="b" t="t" l="l"/>
            <a:pathLst>
              <a:path h="3545308" w="11079087">
                <a:moveTo>
                  <a:pt x="0" y="0"/>
                </a:moveTo>
                <a:lnTo>
                  <a:pt x="11079087" y="0"/>
                </a:lnTo>
                <a:lnTo>
                  <a:pt x="11079087" y="3545308"/>
                </a:lnTo>
                <a:lnTo>
                  <a:pt x="0" y="35453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-405188" y="2018298"/>
            <a:ext cx="1433888" cy="1265406"/>
          </a:xfrm>
          <a:custGeom>
            <a:avLst/>
            <a:gdLst/>
            <a:ahLst/>
            <a:cxnLst/>
            <a:rect r="r" b="b" t="t" l="l"/>
            <a:pathLst>
              <a:path h="1265406" w="1433888">
                <a:moveTo>
                  <a:pt x="0" y="0"/>
                </a:moveTo>
                <a:lnTo>
                  <a:pt x="1433888" y="0"/>
                </a:lnTo>
                <a:lnTo>
                  <a:pt x="1433888" y="1265406"/>
                </a:lnTo>
                <a:lnTo>
                  <a:pt x="0" y="12654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-2473926">
            <a:off x="-496154" y="9477355"/>
            <a:ext cx="2325515" cy="598820"/>
          </a:xfrm>
          <a:custGeom>
            <a:avLst/>
            <a:gdLst/>
            <a:ahLst/>
            <a:cxnLst/>
            <a:rect r="r" b="b" t="t" l="l"/>
            <a:pathLst>
              <a:path h="598820" w="2325515">
                <a:moveTo>
                  <a:pt x="0" y="0"/>
                </a:moveTo>
                <a:lnTo>
                  <a:pt x="2325515" y="0"/>
                </a:lnTo>
                <a:lnTo>
                  <a:pt x="2325515" y="598820"/>
                </a:lnTo>
                <a:lnTo>
                  <a:pt x="0" y="59882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323603">
            <a:off x="17869630" y="1963448"/>
            <a:ext cx="710251" cy="892756"/>
          </a:xfrm>
          <a:custGeom>
            <a:avLst/>
            <a:gdLst/>
            <a:ahLst/>
            <a:cxnLst/>
            <a:rect r="r" b="b" t="t" l="l"/>
            <a:pathLst>
              <a:path h="892756" w="710251">
                <a:moveTo>
                  <a:pt x="0" y="0"/>
                </a:moveTo>
                <a:lnTo>
                  <a:pt x="710251" y="0"/>
                </a:lnTo>
                <a:lnTo>
                  <a:pt x="710251" y="892756"/>
                </a:lnTo>
                <a:lnTo>
                  <a:pt x="0" y="89275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127975" t="-28590" r="-17420" b="-104172"/>
            </a:stretch>
          </a:blipFill>
        </p:spPr>
      </p:sp>
      <p:sp>
        <p:nvSpPr>
          <p:cNvPr name="Freeform 33" id="33"/>
          <p:cNvSpPr/>
          <p:nvPr/>
        </p:nvSpPr>
        <p:spPr>
          <a:xfrm flipH="true" flipV="false" rot="-873099">
            <a:off x="17115237" y="242182"/>
            <a:ext cx="1428017" cy="1622746"/>
          </a:xfrm>
          <a:custGeom>
            <a:avLst/>
            <a:gdLst/>
            <a:ahLst/>
            <a:cxnLst/>
            <a:rect r="r" b="b" t="t" l="l"/>
            <a:pathLst>
              <a:path h="1622746" w="1428017">
                <a:moveTo>
                  <a:pt x="1428017" y="0"/>
                </a:moveTo>
                <a:lnTo>
                  <a:pt x="0" y="0"/>
                </a:lnTo>
                <a:lnTo>
                  <a:pt x="0" y="1622747"/>
                </a:lnTo>
                <a:lnTo>
                  <a:pt x="1428017" y="1622747"/>
                </a:lnTo>
                <a:lnTo>
                  <a:pt x="1428017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5175597" y="1399173"/>
            <a:ext cx="7936805" cy="1590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 b="true">
                <a:solidFill>
                  <a:srgbClr val="485B90"/>
                </a:solidFill>
                <a:latin typeface="Cakerolli Ultra-Bold"/>
                <a:ea typeface="Cakerolli Ultra-Bold"/>
                <a:cs typeface="Cakerolli Ultra-Bold"/>
                <a:sym typeface="Cakerolli Ultra-Bold"/>
              </a:rPr>
              <a:t>Influencer Marketing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4009925" y="7630211"/>
            <a:ext cx="11010705" cy="1854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31"/>
              </a:lnSpc>
            </a:pPr>
          </a:p>
          <a:p>
            <a:pPr algn="ctr">
              <a:lnSpc>
                <a:spcPts val="3331"/>
              </a:lnSpc>
            </a:pPr>
          </a:p>
          <a:p>
            <a:pPr algn="ctr">
              <a:lnSpc>
                <a:spcPts val="3331"/>
              </a:lnSpc>
            </a:pPr>
            <a:r>
              <a:rPr lang="en-US" sz="2379">
                <a:solidFill>
                  <a:srgbClr val="485B90"/>
                </a:solidFill>
                <a:latin typeface="Cakerolli"/>
                <a:ea typeface="Cakerolli"/>
                <a:cs typeface="Cakerolli"/>
                <a:sym typeface="Cakerolli"/>
              </a:rPr>
              <a:t> </a:t>
            </a:r>
          </a:p>
          <a:p>
            <a:pPr algn="ctr">
              <a:lnSpc>
                <a:spcPts val="3331"/>
              </a:lnSpc>
            </a:pPr>
          </a:p>
        </p:txBody>
      </p:sp>
      <p:grpSp>
        <p:nvGrpSpPr>
          <p:cNvPr name="Group 36" id="36"/>
          <p:cNvGrpSpPr/>
          <p:nvPr/>
        </p:nvGrpSpPr>
        <p:grpSpPr>
          <a:xfrm rot="0">
            <a:off x="1390699" y="3885552"/>
            <a:ext cx="3485203" cy="4137683"/>
            <a:chOff x="0" y="0"/>
            <a:chExt cx="4646937" cy="551691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1363630" y="0"/>
              <a:ext cx="1828826" cy="2585743"/>
            </a:xfrm>
            <a:custGeom>
              <a:avLst/>
              <a:gdLst/>
              <a:ahLst/>
              <a:cxnLst/>
              <a:rect r="r" b="b" t="t" l="l"/>
              <a:pathLst>
                <a:path h="2585743" w="1828826">
                  <a:moveTo>
                    <a:pt x="0" y="0"/>
                  </a:moveTo>
                  <a:lnTo>
                    <a:pt x="1828826" y="0"/>
                  </a:lnTo>
                  <a:lnTo>
                    <a:pt x="1828826" y="2585743"/>
                  </a:lnTo>
                  <a:lnTo>
                    <a:pt x="0" y="2585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 rot="0">
              <a:off x="0" y="3199161"/>
              <a:ext cx="4646937" cy="23177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200"/>
                </a:lnSpc>
                <a:spcBef>
                  <a:spcPct val="0"/>
                </a:spcBef>
              </a:pPr>
              <a:r>
                <a:rPr lang="en-US" b="true" sz="3000" strike="noStrike" u="none">
                  <a:solidFill>
                    <a:srgbClr val="E080B4"/>
                  </a:solidFill>
                  <a:latin typeface="Cakerolli Bold"/>
                  <a:ea typeface="Cakerolli Bold"/>
                  <a:cs typeface="Cakerolli Bold"/>
                  <a:sym typeface="Cakerolli Bold"/>
                </a:rPr>
                <a:t>The increasing influence of influencers 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5263248" y="3885552"/>
            <a:ext cx="3255737" cy="4109574"/>
            <a:chOff x="0" y="0"/>
            <a:chExt cx="4340983" cy="547943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1291084" y="0"/>
              <a:ext cx="2204934" cy="2585743"/>
            </a:xfrm>
            <a:custGeom>
              <a:avLst/>
              <a:gdLst/>
              <a:ahLst/>
              <a:cxnLst/>
              <a:rect r="r" b="b" t="t" l="l"/>
              <a:pathLst>
                <a:path h="2585743" w="2204934">
                  <a:moveTo>
                    <a:pt x="0" y="0"/>
                  </a:moveTo>
                  <a:lnTo>
                    <a:pt x="2204934" y="0"/>
                  </a:lnTo>
                  <a:lnTo>
                    <a:pt x="2204934" y="2585743"/>
                  </a:lnTo>
                  <a:lnTo>
                    <a:pt x="0" y="2585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 rot="0">
              <a:off x="0" y="3161683"/>
              <a:ext cx="4340983" cy="23177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200"/>
                </a:lnSpc>
                <a:spcBef>
                  <a:spcPct val="0"/>
                </a:spcBef>
              </a:pPr>
              <a:r>
                <a:rPr lang="en-US" b="true" sz="3000" strike="noStrike" u="none">
                  <a:solidFill>
                    <a:srgbClr val="E080B4"/>
                  </a:solidFill>
                  <a:latin typeface="Cakerolli Bold"/>
                  <a:ea typeface="Cakerolli Bold"/>
                  <a:cs typeface="Cakerolli Bold"/>
                  <a:sym typeface="Cakerolli Bold"/>
                </a:rPr>
                <a:t>Collaborating with relevant influencers 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9013141" y="3885552"/>
            <a:ext cx="3875300" cy="4137683"/>
            <a:chOff x="0" y="0"/>
            <a:chExt cx="5167067" cy="5516911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1235167" y="0"/>
              <a:ext cx="3058406" cy="2585743"/>
            </a:xfrm>
            <a:custGeom>
              <a:avLst/>
              <a:gdLst/>
              <a:ahLst/>
              <a:cxnLst/>
              <a:rect r="r" b="b" t="t" l="l"/>
              <a:pathLst>
                <a:path h="2585743" w="3058406">
                  <a:moveTo>
                    <a:pt x="0" y="0"/>
                  </a:moveTo>
                  <a:lnTo>
                    <a:pt x="3058406" y="0"/>
                  </a:lnTo>
                  <a:lnTo>
                    <a:pt x="3058406" y="2585743"/>
                  </a:lnTo>
                  <a:lnTo>
                    <a:pt x="0" y="2585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 rot="0">
              <a:off x="0" y="3199161"/>
              <a:ext cx="5167067" cy="23177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200"/>
                </a:lnSpc>
                <a:spcBef>
                  <a:spcPct val="0"/>
                </a:spcBef>
              </a:pPr>
              <a:r>
                <a:rPr lang="en-US" b="true" sz="3000" strike="noStrike" u="none">
                  <a:solidFill>
                    <a:srgbClr val="E080B4"/>
                  </a:solidFill>
                  <a:latin typeface="Cakerolli Bold"/>
                  <a:ea typeface="Cakerolli Bold"/>
                  <a:cs typeface="Cakerolli Bold"/>
                  <a:sym typeface="Cakerolli Bold"/>
                </a:rPr>
                <a:t>Reaching and engaging with specific target audiences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3529030" y="3885552"/>
            <a:ext cx="3405252" cy="4671083"/>
            <a:chOff x="0" y="0"/>
            <a:chExt cx="4540335" cy="6228111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1095859" y="0"/>
              <a:ext cx="2388287" cy="2585743"/>
            </a:xfrm>
            <a:custGeom>
              <a:avLst/>
              <a:gdLst/>
              <a:ahLst/>
              <a:cxnLst/>
              <a:rect r="r" b="b" t="t" l="l"/>
              <a:pathLst>
                <a:path h="2585743" w="2388287">
                  <a:moveTo>
                    <a:pt x="0" y="0"/>
                  </a:moveTo>
                  <a:lnTo>
                    <a:pt x="2388286" y="0"/>
                  </a:lnTo>
                  <a:lnTo>
                    <a:pt x="2388286" y="2585743"/>
                  </a:lnTo>
                  <a:lnTo>
                    <a:pt x="0" y="2585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 rot="0">
              <a:off x="0" y="3199161"/>
              <a:ext cx="4540335" cy="3028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</a:pPr>
              <a:r>
                <a:rPr lang="en-US" sz="3000" b="true">
                  <a:solidFill>
                    <a:srgbClr val="E080B4"/>
                  </a:solidFill>
                  <a:latin typeface="Cakerolli Bold"/>
                  <a:ea typeface="Cakerolli Bold"/>
                  <a:cs typeface="Cakerolli Bold"/>
                  <a:sym typeface="Cakerolli Bold"/>
                </a:rPr>
                <a:t>The importance of authenticity and long-term relationships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A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58401" y="584106"/>
            <a:ext cx="17542623" cy="9163507"/>
            <a:chOff x="0" y="0"/>
            <a:chExt cx="23390165" cy="122180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05521" y="0"/>
              <a:ext cx="4988692" cy="2737545"/>
            </a:xfrm>
            <a:custGeom>
              <a:avLst/>
              <a:gdLst/>
              <a:ahLst/>
              <a:cxnLst/>
              <a:rect r="r" b="b" t="t" l="l"/>
              <a:pathLst>
                <a:path h="2737545" w="4988692">
                  <a:moveTo>
                    <a:pt x="0" y="0"/>
                  </a:moveTo>
                  <a:lnTo>
                    <a:pt x="4988692" y="0"/>
                  </a:lnTo>
                  <a:lnTo>
                    <a:pt x="4988692" y="2737545"/>
                  </a:lnTo>
                  <a:lnTo>
                    <a:pt x="0" y="27375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550962" y="0"/>
              <a:ext cx="4988692" cy="2737545"/>
            </a:xfrm>
            <a:custGeom>
              <a:avLst/>
              <a:gdLst/>
              <a:ahLst/>
              <a:cxnLst/>
              <a:rect r="r" b="b" t="t" l="l"/>
              <a:pathLst>
                <a:path h="2737545" w="4988692">
                  <a:moveTo>
                    <a:pt x="0" y="0"/>
                  </a:moveTo>
                  <a:lnTo>
                    <a:pt x="4988692" y="0"/>
                  </a:lnTo>
                  <a:lnTo>
                    <a:pt x="4988692" y="2737545"/>
                  </a:lnTo>
                  <a:lnTo>
                    <a:pt x="0" y="27375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1892507" y="0"/>
              <a:ext cx="4988692" cy="2737545"/>
            </a:xfrm>
            <a:custGeom>
              <a:avLst/>
              <a:gdLst/>
              <a:ahLst/>
              <a:cxnLst/>
              <a:rect r="r" b="b" t="t" l="l"/>
              <a:pathLst>
                <a:path h="2737545" w="4988692">
                  <a:moveTo>
                    <a:pt x="0" y="0"/>
                  </a:moveTo>
                  <a:lnTo>
                    <a:pt x="4988692" y="0"/>
                  </a:lnTo>
                  <a:lnTo>
                    <a:pt x="4988692" y="2737545"/>
                  </a:lnTo>
                  <a:lnTo>
                    <a:pt x="0" y="27375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7234052" y="0"/>
              <a:ext cx="4988692" cy="2737545"/>
            </a:xfrm>
            <a:custGeom>
              <a:avLst/>
              <a:gdLst/>
              <a:ahLst/>
              <a:cxnLst/>
              <a:rect r="r" b="b" t="t" l="l"/>
              <a:pathLst>
                <a:path h="2737545" w="4988692">
                  <a:moveTo>
                    <a:pt x="0" y="0"/>
                  </a:moveTo>
                  <a:lnTo>
                    <a:pt x="4988692" y="0"/>
                  </a:lnTo>
                  <a:lnTo>
                    <a:pt x="4988692" y="2737545"/>
                  </a:lnTo>
                  <a:lnTo>
                    <a:pt x="0" y="27375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205521" y="3160155"/>
              <a:ext cx="4988692" cy="2737545"/>
            </a:xfrm>
            <a:custGeom>
              <a:avLst/>
              <a:gdLst/>
              <a:ahLst/>
              <a:cxnLst/>
              <a:rect r="r" b="b" t="t" l="l"/>
              <a:pathLst>
                <a:path h="2737545" w="4988692">
                  <a:moveTo>
                    <a:pt x="0" y="0"/>
                  </a:moveTo>
                  <a:lnTo>
                    <a:pt x="4988692" y="0"/>
                  </a:lnTo>
                  <a:lnTo>
                    <a:pt x="4988692" y="2737545"/>
                  </a:lnTo>
                  <a:lnTo>
                    <a:pt x="0" y="27375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550962" y="3160155"/>
              <a:ext cx="4988692" cy="2737545"/>
            </a:xfrm>
            <a:custGeom>
              <a:avLst/>
              <a:gdLst/>
              <a:ahLst/>
              <a:cxnLst/>
              <a:rect r="r" b="b" t="t" l="l"/>
              <a:pathLst>
                <a:path h="2737545" w="4988692">
                  <a:moveTo>
                    <a:pt x="0" y="0"/>
                  </a:moveTo>
                  <a:lnTo>
                    <a:pt x="4988692" y="0"/>
                  </a:lnTo>
                  <a:lnTo>
                    <a:pt x="4988692" y="2737545"/>
                  </a:lnTo>
                  <a:lnTo>
                    <a:pt x="0" y="27375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18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1892507" y="3160155"/>
              <a:ext cx="4988692" cy="2737545"/>
            </a:xfrm>
            <a:custGeom>
              <a:avLst/>
              <a:gdLst/>
              <a:ahLst/>
              <a:cxnLst/>
              <a:rect r="r" b="b" t="t" l="l"/>
              <a:pathLst>
                <a:path h="2737545" w="4988692">
                  <a:moveTo>
                    <a:pt x="0" y="0"/>
                  </a:moveTo>
                  <a:lnTo>
                    <a:pt x="4988692" y="0"/>
                  </a:lnTo>
                  <a:lnTo>
                    <a:pt x="4988692" y="2737545"/>
                  </a:lnTo>
                  <a:lnTo>
                    <a:pt x="0" y="27375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7234052" y="3160155"/>
              <a:ext cx="4988692" cy="2737545"/>
            </a:xfrm>
            <a:custGeom>
              <a:avLst/>
              <a:gdLst/>
              <a:ahLst/>
              <a:cxnLst/>
              <a:rect r="r" b="b" t="t" l="l"/>
              <a:pathLst>
                <a:path h="2737545" w="4988692">
                  <a:moveTo>
                    <a:pt x="0" y="0"/>
                  </a:moveTo>
                  <a:lnTo>
                    <a:pt x="4988692" y="0"/>
                  </a:lnTo>
                  <a:lnTo>
                    <a:pt x="4988692" y="2737545"/>
                  </a:lnTo>
                  <a:lnTo>
                    <a:pt x="0" y="27375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205521" y="6290497"/>
              <a:ext cx="4988692" cy="2737545"/>
            </a:xfrm>
            <a:custGeom>
              <a:avLst/>
              <a:gdLst/>
              <a:ahLst/>
              <a:cxnLst/>
              <a:rect r="r" b="b" t="t" l="l"/>
              <a:pathLst>
                <a:path h="2737545" w="4988692">
                  <a:moveTo>
                    <a:pt x="0" y="0"/>
                  </a:moveTo>
                  <a:lnTo>
                    <a:pt x="4988692" y="0"/>
                  </a:lnTo>
                  <a:lnTo>
                    <a:pt x="4988692" y="2737545"/>
                  </a:lnTo>
                  <a:lnTo>
                    <a:pt x="0" y="27375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6550962" y="6290497"/>
              <a:ext cx="4988692" cy="2737545"/>
            </a:xfrm>
            <a:custGeom>
              <a:avLst/>
              <a:gdLst/>
              <a:ahLst/>
              <a:cxnLst/>
              <a:rect r="r" b="b" t="t" l="l"/>
              <a:pathLst>
                <a:path h="2737545" w="4988692">
                  <a:moveTo>
                    <a:pt x="0" y="0"/>
                  </a:moveTo>
                  <a:lnTo>
                    <a:pt x="4988692" y="0"/>
                  </a:lnTo>
                  <a:lnTo>
                    <a:pt x="4988692" y="2737545"/>
                  </a:lnTo>
                  <a:lnTo>
                    <a:pt x="0" y="27375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1892507" y="6290497"/>
              <a:ext cx="4988692" cy="2737545"/>
            </a:xfrm>
            <a:custGeom>
              <a:avLst/>
              <a:gdLst/>
              <a:ahLst/>
              <a:cxnLst/>
              <a:rect r="r" b="b" t="t" l="l"/>
              <a:pathLst>
                <a:path h="2737545" w="4988692">
                  <a:moveTo>
                    <a:pt x="0" y="0"/>
                  </a:moveTo>
                  <a:lnTo>
                    <a:pt x="4988692" y="0"/>
                  </a:lnTo>
                  <a:lnTo>
                    <a:pt x="4988692" y="2737545"/>
                  </a:lnTo>
                  <a:lnTo>
                    <a:pt x="0" y="27375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7234052" y="6290497"/>
              <a:ext cx="4988692" cy="2737545"/>
            </a:xfrm>
            <a:custGeom>
              <a:avLst/>
              <a:gdLst/>
              <a:ahLst/>
              <a:cxnLst/>
              <a:rect r="r" b="b" t="t" l="l"/>
              <a:pathLst>
                <a:path h="2737545" w="4988692">
                  <a:moveTo>
                    <a:pt x="0" y="0"/>
                  </a:moveTo>
                  <a:lnTo>
                    <a:pt x="4988692" y="0"/>
                  </a:lnTo>
                  <a:lnTo>
                    <a:pt x="4988692" y="2737545"/>
                  </a:lnTo>
                  <a:lnTo>
                    <a:pt x="0" y="27375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205521" y="9420839"/>
              <a:ext cx="4988692" cy="2737545"/>
            </a:xfrm>
            <a:custGeom>
              <a:avLst/>
              <a:gdLst/>
              <a:ahLst/>
              <a:cxnLst/>
              <a:rect r="r" b="b" t="t" l="l"/>
              <a:pathLst>
                <a:path h="2737545" w="4988692">
                  <a:moveTo>
                    <a:pt x="0" y="0"/>
                  </a:moveTo>
                  <a:lnTo>
                    <a:pt x="4988692" y="0"/>
                  </a:lnTo>
                  <a:lnTo>
                    <a:pt x="4988692" y="2737544"/>
                  </a:lnTo>
                  <a:lnTo>
                    <a:pt x="0" y="27375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6550962" y="9420839"/>
              <a:ext cx="4988692" cy="2737545"/>
            </a:xfrm>
            <a:custGeom>
              <a:avLst/>
              <a:gdLst/>
              <a:ahLst/>
              <a:cxnLst/>
              <a:rect r="r" b="b" t="t" l="l"/>
              <a:pathLst>
                <a:path h="2737545" w="4988692">
                  <a:moveTo>
                    <a:pt x="0" y="0"/>
                  </a:moveTo>
                  <a:lnTo>
                    <a:pt x="4988692" y="0"/>
                  </a:lnTo>
                  <a:lnTo>
                    <a:pt x="4988692" y="2737544"/>
                  </a:lnTo>
                  <a:lnTo>
                    <a:pt x="0" y="27375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1892507" y="9420839"/>
              <a:ext cx="4988692" cy="2737545"/>
            </a:xfrm>
            <a:custGeom>
              <a:avLst/>
              <a:gdLst/>
              <a:ahLst/>
              <a:cxnLst/>
              <a:rect r="r" b="b" t="t" l="l"/>
              <a:pathLst>
                <a:path h="2737545" w="4988692">
                  <a:moveTo>
                    <a:pt x="0" y="0"/>
                  </a:moveTo>
                  <a:lnTo>
                    <a:pt x="4988692" y="0"/>
                  </a:lnTo>
                  <a:lnTo>
                    <a:pt x="4988692" y="2737544"/>
                  </a:lnTo>
                  <a:lnTo>
                    <a:pt x="0" y="27375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17234052" y="9420839"/>
              <a:ext cx="4988692" cy="2737545"/>
            </a:xfrm>
            <a:custGeom>
              <a:avLst/>
              <a:gdLst/>
              <a:ahLst/>
              <a:cxnLst/>
              <a:rect r="r" b="b" t="t" l="l"/>
              <a:pathLst>
                <a:path h="2737545" w="4988692">
                  <a:moveTo>
                    <a:pt x="0" y="0"/>
                  </a:moveTo>
                  <a:lnTo>
                    <a:pt x="4988692" y="0"/>
                  </a:lnTo>
                  <a:lnTo>
                    <a:pt x="4988692" y="2737544"/>
                  </a:lnTo>
                  <a:lnTo>
                    <a:pt x="0" y="27375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1821" cy="2737545"/>
            </a:xfrm>
            <a:custGeom>
              <a:avLst/>
              <a:gdLst/>
              <a:ahLst/>
              <a:cxnLst/>
              <a:rect r="r" b="b" t="t" l="l"/>
              <a:pathLst>
                <a:path h="2737545" w="811821">
                  <a:moveTo>
                    <a:pt x="0" y="0"/>
                  </a:moveTo>
                  <a:lnTo>
                    <a:pt x="811821" y="0"/>
                  </a:lnTo>
                  <a:lnTo>
                    <a:pt x="811821" y="2737545"/>
                  </a:lnTo>
                  <a:lnTo>
                    <a:pt x="0" y="27375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514506" t="0" r="0" b="0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3160155"/>
              <a:ext cx="811821" cy="2737545"/>
            </a:xfrm>
            <a:custGeom>
              <a:avLst/>
              <a:gdLst/>
              <a:ahLst/>
              <a:cxnLst/>
              <a:rect r="r" b="b" t="t" l="l"/>
              <a:pathLst>
                <a:path h="2737545" w="811821">
                  <a:moveTo>
                    <a:pt x="0" y="0"/>
                  </a:moveTo>
                  <a:lnTo>
                    <a:pt x="811821" y="0"/>
                  </a:lnTo>
                  <a:lnTo>
                    <a:pt x="811821" y="2737545"/>
                  </a:lnTo>
                  <a:lnTo>
                    <a:pt x="0" y="27375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514506" t="0" r="0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6320310"/>
              <a:ext cx="811821" cy="2737545"/>
            </a:xfrm>
            <a:custGeom>
              <a:avLst/>
              <a:gdLst/>
              <a:ahLst/>
              <a:cxnLst/>
              <a:rect r="r" b="b" t="t" l="l"/>
              <a:pathLst>
                <a:path h="2737545" w="811821">
                  <a:moveTo>
                    <a:pt x="0" y="0"/>
                  </a:moveTo>
                  <a:lnTo>
                    <a:pt x="811821" y="0"/>
                  </a:lnTo>
                  <a:lnTo>
                    <a:pt x="811821" y="2737545"/>
                  </a:lnTo>
                  <a:lnTo>
                    <a:pt x="0" y="27375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514506" t="0" r="0" b="0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9480465"/>
              <a:ext cx="811821" cy="2737545"/>
            </a:xfrm>
            <a:custGeom>
              <a:avLst/>
              <a:gdLst/>
              <a:ahLst/>
              <a:cxnLst/>
              <a:rect r="r" b="b" t="t" l="l"/>
              <a:pathLst>
                <a:path h="2737545" w="811821">
                  <a:moveTo>
                    <a:pt x="0" y="0"/>
                  </a:moveTo>
                  <a:lnTo>
                    <a:pt x="811821" y="0"/>
                  </a:lnTo>
                  <a:lnTo>
                    <a:pt x="811821" y="2737545"/>
                  </a:lnTo>
                  <a:lnTo>
                    <a:pt x="0" y="27375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514506" t="0" r="0" b="0"/>
              </a:stretch>
            </a:blip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22578344" y="0"/>
              <a:ext cx="811821" cy="2737545"/>
            </a:xfrm>
            <a:custGeom>
              <a:avLst/>
              <a:gdLst/>
              <a:ahLst/>
              <a:cxnLst/>
              <a:rect r="r" b="b" t="t" l="l"/>
              <a:pathLst>
                <a:path h="2737545" w="811821">
                  <a:moveTo>
                    <a:pt x="0" y="0"/>
                  </a:moveTo>
                  <a:lnTo>
                    <a:pt x="811821" y="0"/>
                  </a:lnTo>
                  <a:lnTo>
                    <a:pt x="811821" y="2737545"/>
                  </a:lnTo>
                  <a:lnTo>
                    <a:pt x="0" y="27375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514506" t="0" r="0" b="0"/>
              </a:stretch>
            </a:blip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22578344" y="3160155"/>
              <a:ext cx="811821" cy="2737545"/>
            </a:xfrm>
            <a:custGeom>
              <a:avLst/>
              <a:gdLst/>
              <a:ahLst/>
              <a:cxnLst/>
              <a:rect r="r" b="b" t="t" l="l"/>
              <a:pathLst>
                <a:path h="2737545" w="811821">
                  <a:moveTo>
                    <a:pt x="0" y="0"/>
                  </a:moveTo>
                  <a:lnTo>
                    <a:pt x="811821" y="0"/>
                  </a:lnTo>
                  <a:lnTo>
                    <a:pt x="811821" y="2737545"/>
                  </a:lnTo>
                  <a:lnTo>
                    <a:pt x="0" y="27375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514506" t="0" r="0" b="0"/>
              </a:stretch>
            </a:blip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22578344" y="6320310"/>
              <a:ext cx="811821" cy="2737545"/>
            </a:xfrm>
            <a:custGeom>
              <a:avLst/>
              <a:gdLst/>
              <a:ahLst/>
              <a:cxnLst/>
              <a:rect r="r" b="b" t="t" l="l"/>
              <a:pathLst>
                <a:path h="2737545" w="811821">
                  <a:moveTo>
                    <a:pt x="0" y="0"/>
                  </a:moveTo>
                  <a:lnTo>
                    <a:pt x="811821" y="0"/>
                  </a:lnTo>
                  <a:lnTo>
                    <a:pt x="811821" y="2737545"/>
                  </a:lnTo>
                  <a:lnTo>
                    <a:pt x="0" y="27375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514506" t="0" r="0" b="0"/>
              </a:stretch>
            </a:blip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22578344" y="9480465"/>
              <a:ext cx="811821" cy="2737545"/>
            </a:xfrm>
            <a:custGeom>
              <a:avLst/>
              <a:gdLst/>
              <a:ahLst/>
              <a:cxnLst/>
              <a:rect r="r" b="b" t="t" l="l"/>
              <a:pathLst>
                <a:path h="2737545" w="811821">
                  <a:moveTo>
                    <a:pt x="0" y="0"/>
                  </a:moveTo>
                  <a:lnTo>
                    <a:pt x="811821" y="0"/>
                  </a:lnTo>
                  <a:lnTo>
                    <a:pt x="811821" y="2737545"/>
                  </a:lnTo>
                  <a:lnTo>
                    <a:pt x="0" y="27375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514506" t="0" r="0" b="0"/>
              </a:stretch>
            </a:blipFill>
          </p:spPr>
        </p:sp>
      </p:grpSp>
      <p:sp>
        <p:nvSpPr>
          <p:cNvPr name="Freeform 27" id="27"/>
          <p:cNvSpPr/>
          <p:nvPr/>
        </p:nvSpPr>
        <p:spPr>
          <a:xfrm flipH="false" flipV="false" rot="5260471">
            <a:off x="12980376" y="7972525"/>
            <a:ext cx="7200502" cy="8229600"/>
          </a:xfrm>
          <a:custGeom>
            <a:avLst/>
            <a:gdLst/>
            <a:ahLst/>
            <a:cxnLst/>
            <a:rect r="r" b="b" t="t" l="l"/>
            <a:pathLst>
              <a:path h="8229600" w="7200502">
                <a:moveTo>
                  <a:pt x="0" y="0"/>
                </a:moveTo>
                <a:lnTo>
                  <a:pt x="7200502" y="0"/>
                </a:lnTo>
                <a:lnTo>
                  <a:pt x="720050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true" rot="-1932924">
            <a:off x="8611180" y="8004111"/>
            <a:ext cx="11079087" cy="3545308"/>
          </a:xfrm>
          <a:custGeom>
            <a:avLst/>
            <a:gdLst/>
            <a:ahLst/>
            <a:cxnLst/>
            <a:rect r="r" b="b" t="t" l="l"/>
            <a:pathLst>
              <a:path h="3545308" w="11079087">
                <a:moveTo>
                  <a:pt x="0" y="3545308"/>
                </a:moveTo>
                <a:lnTo>
                  <a:pt x="11079087" y="3545308"/>
                </a:lnTo>
                <a:lnTo>
                  <a:pt x="11079087" y="0"/>
                </a:lnTo>
                <a:lnTo>
                  <a:pt x="0" y="0"/>
                </a:lnTo>
                <a:lnTo>
                  <a:pt x="0" y="3545308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3315118" y="1844234"/>
            <a:ext cx="1386381" cy="1665323"/>
          </a:xfrm>
          <a:custGeom>
            <a:avLst/>
            <a:gdLst/>
            <a:ahLst/>
            <a:cxnLst/>
            <a:rect r="r" b="b" t="t" l="l"/>
            <a:pathLst>
              <a:path h="1665323" w="1386381">
                <a:moveTo>
                  <a:pt x="0" y="0"/>
                </a:moveTo>
                <a:lnTo>
                  <a:pt x="1386381" y="0"/>
                </a:lnTo>
                <a:lnTo>
                  <a:pt x="1386381" y="1665323"/>
                </a:lnTo>
                <a:lnTo>
                  <a:pt x="0" y="166532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true" flipV="true" rot="-781863">
            <a:off x="4243798" y="5822822"/>
            <a:ext cx="1386381" cy="1665323"/>
          </a:xfrm>
          <a:custGeom>
            <a:avLst/>
            <a:gdLst/>
            <a:ahLst/>
            <a:cxnLst/>
            <a:rect r="r" b="b" t="t" l="l"/>
            <a:pathLst>
              <a:path h="1665323" w="1386381">
                <a:moveTo>
                  <a:pt x="1386381" y="1665323"/>
                </a:moveTo>
                <a:lnTo>
                  <a:pt x="0" y="1665323"/>
                </a:lnTo>
                <a:lnTo>
                  <a:pt x="0" y="0"/>
                </a:lnTo>
                <a:lnTo>
                  <a:pt x="1386381" y="0"/>
                </a:lnTo>
                <a:lnTo>
                  <a:pt x="1386381" y="1665323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2906917">
            <a:off x="-1043809" y="-5028585"/>
            <a:ext cx="7200502" cy="8229600"/>
          </a:xfrm>
          <a:custGeom>
            <a:avLst/>
            <a:gdLst/>
            <a:ahLst/>
            <a:cxnLst/>
            <a:rect r="r" b="b" t="t" l="l"/>
            <a:pathLst>
              <a:path h="8229600" w="7200502">
                <a:moveTo>
                  <a:pt x="0" y="0"/>
                </a:moveTo>
                <a:lnTo>
                  <a:pt x="7200502" y="0"/>
                </a:lnTo>
                <a:lnTo>
                  <a:pt x="720050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-1935087" y="-743954"/>
            <a:ext cx="11079087" cy="3545308"/>
          </a:xfrm>
          <a:custGeom>
            <a:avLst/>
            <a:gdLst/>
            <a:ahLst/>
            <a:cxnLst/>
            <a:rect r="r" b="b" t="t" l="l"/>
            <a:pathLst>
              <a:path h="3545308" w="11079087">
                <a:moveTo>
                  <a:pt x="0" y="0"/>
                </a:moveTo>
                <a:lnTo>
                  <a:pt x="11079087" y="0"/>
                </a:lnTo>
                <a:lnTo>
                  <a:pt x="11079087" y="3545308"/>
                </a:lnTo>
                <a:lnTo>
                  <a:pt x="0" y="354530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863251" y="1735683"/>
            <a:ext cx="1433888" cy="1265406"/>
          </a:xfrm>
          <a:custGeom>
            <a:avLst/>
            <a:gdLst/>
            <a:ahLst/>
            <a:cxnLst/>
            <a:rect r="r" b="b" t="t" l="l"/>
            <a:pathLst>
              <a:path h="1265406" w="1433888">
                <a:moveTo>
                  <a:pt x="0" y="0"/>
                </a:moveTo>
                <a:lnTo>
                  <a:pt x="1433888" y="0"/>
                </a:lnTo>
                <a:lnTo>
                  <a:pt x="1433888" y="1265406"/>
                </a:lnTo>
                <a:lnTo>
                  <a:pt x="0" y="126540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-2473926">
            <a:off x="16489660" y="3493500"/>
            <a:ext cx="2325515" cy="598820"/>
          </a:xfrm>
          <a:custGeom>
            <a:avLst/>
            <a:gdLst/>
            <a:ahLst/>
            <a:cxnLst/>
            <a:rect r="r" b="b" t="t" l="l"/>
            <a:pathLst>
              <a:path h="598820" w="2325515">
                <a:moveTo>
                  <a:pt x="0" y="0"/>
                </a:moveTo>
                <a:lnTo>
                  <a:pt x="2325516" y="0"/>
                </a:lnTo>
                <a:lnTo>
                  <a:pt x="2325516" y="598820"/>
                </a:lnTo>
                <a:lnTo>
                  <a:pt x="0" y="59882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323603">
            <a:off x="17748301" y="6366626"/>
            <a:ext cx="1132716" cy="2093553"/>
          </a:xfrm>
          <a:custGeom>
            <a:avLst/>
            <a:gdLst/>
            <a:ahLst/>
            <a:cxnLst/>
            <a:rect r="r" b="b" t="t" l="l"/>
            <a:pathLst>
              <a:path h="2093553" w="1132716">
                <a:moveTo>
                  <a:pt x="0" y="0"/>
                </a:moveTo>
                <a:lnTo>
                  <a:pt x="1132716" y="0"/>
                </a:lnTo>
                <a:lnTo>
                  <a:pt x="1132716" y="2093553"/>
                </a:lnTo>
                <a:lnTo>
                  <a:pt x="0" y="209355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-130590" t="0" r="0" b="-48746"/>
            </a:stretch>
          </a:blipFill>
        </p:spPr>
      </p:sp>
      <p:sp>
        <p:nvSpPr>
          <p:cNvPr name="Freeform 36" id="36"/>
          <p:cNvSpPr/>
          <p:nvPr/>
        </p:nvSpPr>
        <p:spPr>
          <a:xfrm flipH="true" flipV="false" rot="-873099">
            <a:off x="159879" y="7356461"/>
            <a:ext cx="1428017" cy="1622746"/>
          </a:xfrm>
          <a:custGeom>
            <a:avLst/>
            <a:gdLst/>
            <a:ahLst/>
            <a:cxnLst/>
            <a:rect r="r" b="b" t="t" l="l"/>
            <a:pathLst>
              <a:path h="1622746" w="1428017">
                <a:moveTo>
                  <a:pt x="1428017" y="0"/>
                </a:moveTo>
                <a:lnTo>
                  <a:pt x="0" y="0"/>
                </a:lnTo>
                <a:lnTo>
                  <a:pt x="0" y="1622747"/>
                </a:lnTo>
                <a:lnTo>
                  <a:pt x="1428017" y="1622747"/>
                </a:lnTo>
                <a:lnTo>
                  <a:pt x="1428017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9198166" y="2869839"/>
            <a:ext cx="1879173" cy="1855684"/>
          </a:xfrm>
          <a:custGeom>
            <a:avLst/>
            <a:gdLst/>
            <a:ahLst/>
            <a:cxnLst/>
            <a:rect r="r" b="b" t="t" l="l"/>
            <a:pathLst>
              <a:path h="1855684" w="1879173">
                <a:moveTo>
                  <a:pt x="0" y="0"/>
                </a:moveTo>
                <a:lnTo>
                  <a:pt x="1879173" y="0"/>
                </a:lnTo>
                <a:lnTo>
                  <a:pt x="1879173" y="1855684"/>
                </a:lnTo>
                <a:lnTo>
                  <a:pt x="0" y="1855684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7669279" y="2814101"/>
            <a:ext cx="1460434" cy="1695714"/>
          </a:xfrm>
          <a:custGeom>
            <a:avLst/>
            <a:gdLst/>
            <a:ahLst/>
            <a:cxnLst/>
            <a:rect r="r" b="b" t="t" l="l"/>
            <a:pathLst>
              <a:path h="1695714" w="1460434">
                <a:moveTo>
                  <a:pt x="0" y="0"/>
                </a:moveTo>
                <a:lnTo>
                  <a:pt x="1460434" y="0"/>
                </a:lnTo>
                <a:lnTo>
                  <a:pt x="1460434" y="1695714"/>
                </a:lnTo>
                <a:lnTo>
                  <a:pt x="0" y="1695714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-216343">
            <a:off x="11125119" y="3048974"/>
            <a:ext cx="1951719" cy="1580893"/>
          </a:xfrm>
          <a:custGeom>
            <a:avLst/>
            <a:gdLst/>
            <a:ahLst/>
            <a:cxnLst/>
            <a:rect r="r" b="b" t="t" l="l"/>
            <a:pathLst>
              <a:path h="1580893" w="1951719">
                <a:moveTo>
                  <a:pt x="0" y="0"/>
                </a:moveTo>
                <a:lnTo>
                  <a:pt x="1951719" y="0"/>
                </a:lnTo>
                <a:lnTo>
                  <a:pt x="1951719" y="1580893"/>
                </a:lnTo>
                <a:lnTo>
                  <a:pt x="0" y="1580893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4879052" y="2676896"/>
            <a:ext cx="1348846" cy="2107571"/>
          </a:xfrm>
          <a:custGeom>
            <a:avLst/>
            <a:gdLst/>
            <a:ahLst/>
            <a:cxnLst/>
            <a:rect r="r" b="b" t="t" l="l"/>
            <a:pathLst>
              <a:path h="2107571" w="1348846">
                <a:moveTo>
                  <a:pt x="0" y="0"/>
                </a:moveTo>
                <a:lnTo>
                  <a:pt x="1348846" y="0"/>
                </a:lnTo>
                <a:lnTo>
                  <a:pt x="1348846" y="2107571"/>
                </a:lnTo>
                <a:lnTo>
                  <a:pt x="0" y="2107571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6332673" y="2894374"/>
            <a:ext cx="1150594" cy="1890093"/>
          </a:xfrm>
          <a:custGeom>
            <a:avLst/>
            <a:gdLst/>
            <a:ahLst/>
            <a:cxnLst/>
            <a:rect r="r" b="b" t="t" l="l"/>
            <a:pathLst>
              <a:path h="1890093" w="1150594">
                <a:moveTo>
                  <a:pt x="0" y="0"/>
                </a:moveTo>
                <a:lnTo>
                  <a:pt x="1150594" y="0"/>
                </a:lnTo>
                <a:lnTo>
                  <a:pt x="1150594" y="1890093"/>
                </a:lnTo>
                <a:lnTo>
                  <a:pt x="0" y="1890093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2" id="42"/>
          <p:cNvSpPr/>
          <p:nvPr/>
        </p:nvSpPr>
        <p:spPr>
          <a:xfrm flipH="false" flipV="false" rot="0">
            <a:off x="6695600" y="5499336"/>
            <a:ext cx="1561815" cy="2335425"/>
          </a:xfrm>
          <a:custGeom>
            <a:avLst/>
            <a:gdLst/>
            <a:ahLst/>
            <a:cxnLst/>
            <a:rect r="r" b="b" t="t" l="l"/>
            <a:pathLst>
              <a:path h="2335425" w="1561815">
                <a:moveTo>
                  <a:pt x="0" y="0"/>
                </a:moveTo>
                <a:lnTo>
                  <a:pt x="1561815" y="0"/>
                </a:lnTo>
                <a:lnTo>
                  <a:pt x="1561815" y="2335425"/>
                </a:lnTo>
                <a:lnTo>
                  <a:pt x="0" y="2335425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10020898" y="5558448"/>
            <a:ext cx="1542927" cy="1984472"/>
          </a:xfrm>
          <a:custGeom>
            <a:avLst/>
            <a:gdLst/>
            <a:ahLst/>
            <a:cxnLst/>
            <a:rect r="r" b="b" t="t" l="l"/>
            <a:pathLst>
              <a:path h="1984472" w="1542927">
                <a:moveTo>
                  <a:pt x="0" y="0"/>
                </a:moveTo>
                <a:lnTo>
                  <a:pt x="1542927" y="0"/>
                </a:lnTo>
                <a:lnTo>
                  <a:pt x="1542927" y="1984472"/>
                </a:lnTo>
                <a:lnTo>
                  <a:pt x="0" y="1984472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8269993" y="5687965"/>
            <a:ext cx="1750905" cy="1725438"/>
          </a:xfrm>
          <a:custGeom>
            <a:avLst/>
            <a:gdLst/>
            <a:ahLst/>
            <a:cxnLst/>
            <a:rect r="r" b="b" t="t" l="l"/>
            <a:pathLst>
              <a:path h="1725438" w="1750905">
                <a:moveTo>
                  <a:pt x="0" y="0"/>
                </a:moveTo>
                <a:lnTo>
                  <a:pt x="1750905" y="0"/>
                </a:lnTo>
                <a:lnTo>
                  <a:pt x="1750905" y="1725438"/>
                </a:lnTo>
                <a:lnTo>
                  <a:pt x="0" y="1725438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DAHZOe9GXMM</dc:identifier>
  <dcterms:modified xsi:type="dcterms:W3CDTF">2011-08-01T06:04:30Z</dcterms:modified>
  <cp:revision>1</cp:revision>
  <dc:title>Cream Blue Creative Modern Digital Marketing Presentation</dc:title>
</cp:coreProperties>
</file>